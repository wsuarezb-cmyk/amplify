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3" r:id="rId2"/>
    <p:sldId id="314" r:id="rId3"/>
    <p:sldId id="315" r:id="rId4"/>
    <p:sldId id="319" r:id="rId5"/>
    <p:sldId id="316" r:id="rId6"/>
    <p:sldId id="317" r:id="rId7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D72ACB-B820-13DF-37B2-59D642CB8F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B9FCB73-B9AE-1D39-050F-CEFFEAE6EA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8330F6-8BF2-C87E-D1C1-720CCC05C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3BEF9-1982-4375-9D9E-BF51E0C1F72A}" type="datetimeFigureOut">
              <a:rPr lang="es-CL" smtClean="0"/>
              <a:t>21-04-2026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067DD03-EE91-8C27-3145-3BABCD3D7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7BB786-EE89-1066-5A94-5CFC01393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9AE1C-E059-493E-857C-9FEAC3802A3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09348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2A061E-DE69-FD1C-2E0F-EE685CFB0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ED9AB18-806D-9365-48F5-ED3348431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8258F4-2258-4667-B4C1-BE2CFF350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3BEF9-1982-4375-9D9E-BF51E0C1F72A}" type="datetimeFigureOut">
              <a:rPr lang="es-CL" smtClean="0"/>
              <a:t>21-04-2026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F8AFEB-4553-1020-3FF4-6F3460258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1036F05-B011-1AB9-FADF-9D6EAB6F7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9AE1C-E059-493E-857C-9FEAC3802A3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80791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78FC17-1AFF-4B9B-EDAD-572D1F9A8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DAB6CED-7BF0-5DC6-1B20-473EDD047F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F294501-7922-B4BE-400F-70B63A622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3BEF9-1982-4375-9D9E-BF51E0C1F72A}" type="datetimeFigureOut">
              <a:rPr lang="es-CL" smtClean="0"/>
              <a:t>21-04-2026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CDF76BB-A4EB-7847-DA1C-1A696A35C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C81CADC-0FBA-4BF9-3A2A-80C7BDEB2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9AE1C-E059-493E-857C-9FEAC3802A3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99804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CBCC4F-7B2D-7155-FB14-900CE138D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B2DAF3-E751-CB50-38A3-17D3AE51E2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3F55815-2593-5C54-1A21-8A36EEB94A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3D461D8-B450-11F7-2B95-573B47B08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3BEF9-1982-4375-9D9E-BF51E0C1F72A}" type="datetimeFigureOut">
              <a:rPr lang="es-CL" smtClean="0"/>
              <a:t>21-04-2026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EF210C5-0B17-A05D-589C-0B162112E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3E720D2-723C-4F24-CB63-8E2FE8CC8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9AE1C-E059-493E-857C-9FEAC3802A3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0164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80D4F2-2A3E-716C-A04B-CED00A5F5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4445BB6-6180-A693-3252-80E83B117F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3AFF5E0-4220-795F-0AE5-E76289779A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5DFBC7A-5A87-41FC-A0E6-466CB183F0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FD1EB50-3BCF-1BCF-1F32-DBF8D4B5B4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27A8C1E-BCF5-9F63-ECAF-8D8987BA9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3BEF9-1982-4375-9D9E-BF51E0C1F72A}" type="datetimeFigureOut">
              <a:rPr lang="es-CL" smtClean="0"/>
              <a:t>21-04-2026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AA6F888-1C7F-0517-3496-A1F675CCC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63D4D42-79D7-A2BC-4740-9EAF8407F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9AE1C-E059-493E-857C-9FEAC3802A3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98500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D89D5C-E6FD-E695-B2B5-D09E1542F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9B46CC4-D868-BFEC-ED89-828CF4DAC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3BEF9-1982-4375-9D9E-BF51E0C1F72A}" type="datetimeFigureOut">
              <a:rPr lang="es-CL" smtClean="0"/>
              <a:t>21-04-2026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CEE80B0-AB34-3183-2555-8CE7EB3C4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78A253C-4E0B-A605-E158-01918EB9C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9AE1C-E059-493E-857C-9FEAC3802A3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64507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9870515-4389-93DA-3A3B-8AF32784B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3BEF9-1982-4375-9D9E-BF51E0C1F72A}" type="datetimeFigureOut">
              <a:rPr lang="es-CL" smtClean="0"/>
              <a:t>21-04-2026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6006FDB-A75D-9676-AE89-355750B48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4B492B1-A958-96A9-C19C-0CE15C0E9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9AE1C-E059-493E-857C-9FEAC3802A3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12325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54D97F-EE04-9404-F460-54F2E6318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46048A-318A-98C9-0235-0F9F844858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BC94633-EFCE-46F0-21F8-289650D893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6F5311-2A10-3DD6-DF30-D5FD4DEBC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3BEF9-1982-4375-9D9E-BF51E0C1F72A}" type="datetimeFigureOut">
              <a:rPr lang="es-CL" smtClean="0"/>
              <a:t>21-04-2026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AF87F84-735F-2558-287A-334E22F3A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DB870B1-2D99-DC32-259C-1F74DA651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9AE1C-E059-493E-857C-9FEAC3802A3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6798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55BE40-A49C-E725-BE96-D7AECD1BC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C7FA457-080E-1E80-E33D-CE08DA805C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F79557E-3ACD-EEC6-20C5-3C9DDD4BB1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E822F6A-40B4-07D4-F3D8-F6C1F5D24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3BEF9-1982-4375-9D9E-BF51E0C1F72A}" type="datetimeFigureOut">
              <a:rPr lang="es-CL" smtClean="0"/>
              <a:t>21-04-2026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8A73620-ABAB-4234-2B78-296D17EAC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D480CC8-AEB0-34BB-3CD5-1059D52A8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9AE1C-E059-493E-857C-9FEAC3802A3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04082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57B0AF-CBBC-5C60-E244-CAC854DEE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EB39E3A-16B7-DB6C-EF35-6D7AB424D8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8C15CB4-7393-FB72-8612-70EBCC424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3BEF9-1982-4375-9D9E-BF51E0C1F72A}" type="datetimeFigureOut">
              <a:rPr lang="es-CL" smtClean="0"/>
              <a:t>21-04-2026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3C63E46-DFF5-7D70-6CE9-A9F2BD0F7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9369B42-C954-CAD2-646F-F446FAF99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9AE1C-E059-493E-857C-9FEAC3802A3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29446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3405722-0E4F-0FEA-398B-B11FDDC9E9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135C557-9725-8661-E067-DD1AE0D8CC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82C4569-B667-3889-54D1-5C8ED6F94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3BEF9-1982-4375-9D9E-BF51E0C1F72A}" type="datetimeFigureOut">
              <a:rPr lang="es-CL" smtClean="0"/>
              <a:t>21-04-2026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EF105DC-354E-9EFE-0B6A-09A160FEB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F69F390-D6EE-29B3-B986-DEACBB642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9AE1C-E059-493E-857C-9FEAC3802A3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394703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970358F0-4613-17C4-670A-4131A8CD9BC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75388" y="114327"/>
            <a:ext cx="5542894" cy="21113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800" b="0" i="0" spc="60" baseline="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s-CL" dirty="0"/>
              <a:t>INDICA ACÁ EN QUÉ PARTE DE LA PRESENTACIÓN ESTÁS</a:t>
            </a:r>
            <a:endParaRPr lang="en-CL" dirty="0"/>
          </a:p>
        </p:txBody>
      </p:sp>
    </p:spTree>
    <p:extLst>
      <p:ext uri="{BB962C8B-B14F-4D97-AF65-F5344CB8AC3E}">
        <p14:creationId xmlns:p14="http://schemas.microsoft.com/office/powerpoint/2010/main" val="3854593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0641F82-6D0D-E709-B4F1-9A0EEFEB9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F568A6A-ECF1-E0DA-C194-C79BCA820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99C6D9E-D2E5-494B-0EFC-B371D912FC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F3BEF9-1982-4375-9D9E-BF51E0C1F72A}" type="datetimeFigureOut">
              <a:rPr lang="es-CL" smtClean="0"/>
              <a:t>21-04-2026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F31B4B8-1580-40DC-DE42-06C24A6A6C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1130F5C-F1CF-AD0F-B145-3EEDA8FF13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E9AE1C-E059-493E-857C-9FEAC3802A3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95800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sv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svg"/><Relationship Id="rId21" Type="http://schemas.openxmlformats.org/officeDocument/2006/relationships/image" Target="../media/image20.sv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6" Type="http://schemas.openxmlformats.org/officeDocument/2006/relationships/image" Target="../media/image15.svg"/><Relationship Id="rId29" Type="http://schemas.openxmlformats.org/officeDocument/2006/relationships/image" Target="../media/image28.svg"/><Relationship Id="rId11" Type="http://schemas.openxmlformats.org/officeDocument/2006/relationships/image" Target="../media/image10.sv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svg"/><Relationship Id="rId40" Type="http://schemas.openxmlformats.org/officeDocument/2006/relationships/image" Target="../media/image39.svg"/><Relationship Id="rId45" Type="http://schemas.openxmlformats.org/officeDocument/2006/relationships/image" Target="../media/image44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48.svg"/><Relationship Id="rId10" Type="http://schemas.openxmlformats.org/officeDocument/2006/relationships/image" Target="../media/image9.svg"/><Relationship Id="rId19" Type="http://schemas.openxmlformats.org/officeDocument/2006/relationships/image" Target="../media/image18.svg"/><Relationship Id="rId31" Type="http://schemas.openxmlformats.org/officeDocument/2006/relationships/image" Target="../media/image30.svg"/><Relationship Id="rId44" Type="http://schemas.openxmlformats.org/officeDocument/2006/relationships/image" Target="../media/image43.sv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svg"/><Relationship Id="rId30" Type="http://schemas.openxmlformats.org/officeDocument/2006/relationships/image" Target="../media/image29.svg"/><Relationship Id="rId35" Type="http://schemas.openxmlformats.org/officeDocument/2006/relationships/image" Target="../media/image34.svg"/><Relationship Id="rId43" Type="http://schemas.openxmlformats.org/officeDocument/2006/relationships/image" Target="../media/image42.svg"/><Relationship Id="rId48" Type="http://schemas.openxmlformats.org/officeDocument/2006/relationships/image" Target="../media/image47.svg"/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12" Type="http://schemas.openxmlformats.org/officeDocument/2006/relationships/image" Target="../media/image11.svg"/><Relationship Id="rId17" Type="http://schemas.openxmlformats.org/officeDocument/2006/relationships/image" Target="../media/image16.svg"/><Relationship Id="rId25" Type="http://schemas.openxmlformats.org/officeDocument/2006/relationships/image" Target="../media/image24.svg"/><Relationship Id="rId33" Type="http://schemas.openxmlformats.org/officeDocument/2006/relationships/image" Target="../media/image32.sv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0.svg"/><Relationship Id="rId18" Type="http://schemas.openxmlformats.org/officeDocument/2006/relationships/image" Target="../media/image65.svg"/><Relationship Id="rId26" Type="http://schemas.openxmlformats.org/officeDocument/2006/relationships/image" Target="../media/image73.svg"/><Relationship Id="rId39" Type="http://schemas.openxmlformats.org/officeDocument/2006/relationships/image" Target="../media/image86.svg"/><Relationship Id="rId21" Type="http://schemas.openxmlformats.org/officeDocument/2006/relationships/image" Target="../media/image68.svg"/><Relationship Id="rId34" Type="http://schemas.openxmlformats.org/officeDocument/2006/relationships/image" Target="../media/image81.svg"/><Relationship Id="rId42" Type="http://schemas.openxmlformats.org/officeDocument/2006/relationships/image" Target="../media/image89.svg"/><Relationship Id="rId47" Type="http://schemas.openxmlformats.org/officeDocument/2006/relationships/image" Target="../media/image94.svg"/><Relationship Id="rId7" Type="http://schemas.openxmlformats.org/officeDocument/2006/relationships/image" Target="../media/image54.svg"/><Relationship Id="rId2" Type="http://schemas.openxmlformats.org/officeDocument/2006/relationships/image" Target="../media/image49.svg"/><Relationship Id="rId16" Type="http://schemas.openxmlformats.org/officeDocument/2006/relationships/image" Target="../media/image63.svg"/><Relationship Id="rId29" Type="http://schemas.openxmlformats.org/officeDocument/2006/relationships/image" Target="../media/image76.svg"/><Relationship Id="rId11" Type="http://schemas.openxmlformats.org/officeDocument/2006/relationships/image" Target="../media/image58.svg"/><Relationship Id="rId24" Type="http://schemas.openxmlformats.org/officeDocument/2006/relationships/image" Target="../media/image71.svg"/><Relationship Id="rId32" Type="http://schemas.openxmlformats.org/officeDocument/2006/relationships/image" Target="../media/image79.svg"/><Relationship Id="rId37" Type="http://schemas.openxmlformats.org/officeDocument/2006/relationships/image" Target="../media/image84.svg"/><Relationship Id="rId40" Type="http://schemas.openxmlformats.org/officeDocument/2006/relationships/image" Target="../media/image87.svg"/><Relationship Id="rId45" Type="http://schemas.openxmlformats.org/officeDocument/2006/relationships/image" Target="../media/image92.svg"/><Relationship Id="rId5" Type="http://schemas.openxmlformats.org/officeDocument/2006/relationships/image" Target="../media/image52.svg"/><Relationship Id="rId15" Type="http://schemas.openxmlformats.org/officeDocument/2006/relationships/image" Target="../media/image62.svg"/><Relationship Id="rId23" Type="http://schemas.openxmlformats.org/officeDocument/2006/relationships/image" Target="../media/image70.svg"/><Relationship Id="rId28" Type="http://schemas.openxmlformats.org/officeDocument/2006/relationships/image" Target="../media/image75.svg"/><Relationship Id="rId36" Type="http://schemas.openxmlformats.org/officeDocument/2006/relationships/image" Target="../media/image83.svg"/><Relationship Id="rId49" Type="http://schemas.openxmlformats.org/officeDocument/2006/relationships/image" Target="../media/image96.svg"/><Relationship Id="rId10" Type="http://schemas.openxmlformats.org/officeDocument/2006/relationships/image" Target="../media/image57.svg"/><Relationship Id="rId19" Type="http://schemas.openxmlformats.org/officeDocument/2006/relationships/image" Target="../media/image66.svg"/><Relationship Id="rId31" Type="http://schemas.openxmlformats.org/officeDocument/2006/relationships/image" Target="../media/image78.svg"/><Relationship Id="rId44" Type="http://schemas.openxmlformats.org/officeDocument/2006/relationships/image" Target="../media/image91.svg"/><Relationship Id="rId4" Type="http://schemas.openxmlformats.org/officeDocument/2006/relationships/image" Target="../media/image51.svg"/><Relationship Id="rId9" Type="http://schemas.openxmlformats.org/officeDocument/2006/relationships/image" Target="../media/image56.svg"/><Relationship Id="rId14" Type="http://schemas.openxmlformats.org/officeDocument/2006/relationships/image" Target="../media/image61.svg"/><Relationship Id="rId22" Type="http://schemas.openxmlformats.org/officeDocument/2006/relationships/image" Target="../media/image69.svg"/><Relationship Id="rId27" Type="http://schemas.openxmlformats.org/officeDocument/2006/relationships/image" Target="../media/image74.svg"/><Relationship Id="rId30" Type="http://schemas.openxmlformats.org/officeDocument/2006/relationships/image" Target="../media/image77.svg"/><Relationship Id="rId35" Type="http://schemas.openxmlformats.org/officeDocument/2006/relationships/image" Target="../media/image82.svg"/><Relationship Id="rId43" Type="http://schemas.openxmlformats.org/officeDocument/2006/relationships/image" Target="../media/image90.svg"/><Relationship Id="rId48" Type="http://schemas.openxmlformats.org/officeDocument/2006/relationships/image" Target="../media/image95.svg"/><Relationship Id="rId8" Type="http://schemas.openxmlformats.org/officeDocument/2006/relationships/image" Target="../media/image55.svg"/><Relationship Id="rId3" Type="http://schemas.openxmlformats.org/officeDocument/2006/relationships/image" Target="../media/image50.svg"/><Relationship Id="rId12" Type="http://schemas.openxmlformats.org/officeDocument/2006/relationships/image" Target="../media/image59.svg"/><Relationship Id="rId17" Type="http://schemas.openxmlformats.org/officeDocument/2006/relationships/image" Target="../media/image64.svg"/><Relationship Id="rId25" Type="http://schemas.openxmlformats.org/officeDocument/2006/relationships/image" Target="../media/image72.svg"/><Relationship Id="rId33" Type="http://schemas.openxmlformats.org/officeDocument/2006/relationships/image" Target="../media/image80.svg"/><Relationship Id="rId38" Type="http://schemas.openxmlformats.org/officeDocument/2006/relationships/image" Target="../media/image85.svg"/><Relationship Id="rId46" Type="http://schemas.openxmlformats.org/officeDocument/2006/relationships/image" Target="../media/image93.svg"/><Relationship Id="rId20" Type="http://schemas.openxmlformats.org/officeDocument/2006/relationships/image" Target="../media/image67.svg"/><Relationship Id="rId41" Type="http://schemas.openxmlformats.org/officeDocument/2006/relationships/image" Target="../media/image88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3.sv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8.svg"/><Relationship Id="rId18" Type="http://schemas.openxmlformats.org/officeDocument/2006/relationships/image" Target="../media/image113.svg"/><Relationship Id="rId26" Type="http://schemas.openxmlformats.org/officeDocument/2006/relationships/image" Target="../media/image121.svg"/><Relationship Id="rId39" Type="http://schemas.openxmlformats.org/officeDocument/2006/relationships/image" Target="../media/image134.svg"/><Relationship Id="rId21" Type="http://schemas.openxmlformats.org/officeDocument/2006/relationships/image" Target="../media/image116.svg"/><Relationship Id="rId34" Type="http://schemas.openxmlformats.org/officeDocument/2006/relationships/image" Target="../media/image129.svg"/><Relationship Id="rId42" Type="http://schemas.openxmlformats.org/officeDocument/2006/relationships/image" Target="../media/image137.svg"/><Relationship Id="rId47" Type="http://schemas.openxmlformats.org/officeDocument/2006/relationships/image" Target="../media/image142.svg"/><Relationship Id="rId7" Type="http://schemas.openxmlformats.org/officeDocument/2006/relationships/image" Target="../media/image102.svg"/><Relationship Id="rId2" Type="http://schemas.openxmlformats.org/officeDocument/2006/relationships/image" Target="../media/image97.svg"/><Relationship Id="rId16" Type="http://schemas.openxmlformats.org/officeDocument/2006/relationships/image" Target="../media/image111.svg"/><Relationship Id="rId29" Type="http://schemas.openxmlformats.org/officeDocument/2006/relationships/image" Target="../media/image124.svg"/><Relationship Id="rId11" Type="http://schemas.openxmlformats.org/officeDocument/2006/relationships/image" Target="../media/image106.svg"/><Relationship Id="rId24" Type="http://schemas.openxmlformats.org/officeDocument/2006/relationships/image" Target="../media/image119.svg"/><Relationship Id="rId32" Type="http://schemas.openxmlformats.org/officeDocument/2006/relationships/image" Target="../media/image127.svg"/><Relationship Id="rId37" Type="http://schemas.openxmlformats.org/officeDocument/2006/relationships/image" Target="../media/image132.svg"/><Relationship Id="rId40" Type="http://schemas.openxmlformats.org/officeDocument/2006/relationships/image" Target="../media/image135.svg"/><Relationship Id="rId45" Type="http://schemas.openxmlformats.org/officeDocument/2006/relationships/image" Target="../media/image140.svg"/><Relationship Id="rId5" Type="http://schemas.openxmlformats.org/officeDocument/2006/relationships/image" Target="../media/image100.svg"/><Relationship Id="rId15" Type="http://schemas.openxmlformats.org/officeDocument/2006/relationships/image" Target="../media/image110.svg"/><Relationship Id="rId23" Type="http://schemas.openxmlformats.org/officeDocument/2006/relationships/image" Target="../media/image118.svg"/><Relationship Id="rId28" Type="http://schemas.openxmlformats.org/officeDocument/2006/relationships/image" Target="../media/image123.svg"/><Relationship Id="rId36" Type="http://schemas.openxmlformats.org/officeDocument/2006/relationships/image" Target="../media/image131.svg"/><Relationship Id="rId49" Type="http://schemas.openxmlformats.org/officeDocument/2006/relationships/image" Target="../media/image144.svg"/><Relationship Id="rId10" Type="http://schemas.openxmlformats.org/officeDocument/2006/relationships/image" Target="../media/image105.svg"/><Relationship Id="rId19" Type="http://schemas.openxmlformats.org/officeDocument/2006/relationships/image" Target="../media/image114.svg"/><Relationship Id="rId31" Type="http://schemas.openxmlformats.org/officeDocument/2006/relationships/image" Target="../media/image126.svg"/><Relationship Id="rId44" Type="http://schemas.openxmlformats.org/officeDocument/2006/relationships/image" Target="../media/image139.svg"/><Relationship Id="rId4" Type="http://schemas.openxmlformats.org/officeDocument/2006/relationships/image" Target="../media/image99.svg"/><Relationship Id="rId9" Type="http://schemas.openxmlformats.org/officeDocument/2006/relationships/image" Target="../media/image104.svg"/><Relationship Id="rId14" Type="http://schemas.openxmlformats.org/officeDocument/2006/relationships/image" Target="../media/image109.svg"/><Relationship Id="rId22" Type="http://schemas.openxmlformats.org/officeDocument/2006/relationships/image" Target="../media/image117.svg"/><Relationship Id="rId27" Type="http://schemas.openxmlformats.org/officeDocument/2006/relationships/image" Target="../media/image122.svg"/><Relationship Id="rId30" Type="http://schemas.openxmlformats.org/officeDocument/2006/relationships/image" Target="../media/image125.svg"/><Relationship Id="rId35" Type="http://schemas.openxmlformats.org/officeDocument/2006/relationships/image" Target="../media/image130.svg"/><Relationship Id="rId43" Type="http://schemas.openxmlformats.org/officeDocument/2006/relationships/image" Target="../media/image138.svg"/><Relationship Id="rId48" Type="http://schemas.openxmlformats.org/officeDocument/2006/relationships/image" Target="../media/image143.svg"/><Relationship Id="rId8" Type="http://schemas.openxmlformats.org/officeDocument/2006/relationships/image" Target="../media/image103.svg"/><Relationship Id="rId3" Type="http://schemas.openxmlformats.org/officeDocument/2006/relationships/image" Target="../media/image98.svg"/><Relationship Id="rId12" Type="http://schemas.openxmlformats.org/officeDocument/2006/relationships/image" Target="../media/image107.svg"/><Relationship Id="rId17" Type="http://schemas.openxmlformats.org/officeDocument/2006/relationships/image" Target="../media/image112.svg"/><Relationship Id="rId25" Type="http://schemas.openxmlformats.org/officeDocument/2006/relationships/image" Target="../media/image120.svg"/><Relationship Id="rId33" Type="http://schemas.openxmlformats.org/officeDocument/2006/relationships/image" Target="../media/image128.svg"/><Relationship Id="rId38" Type="http://schemas.openxmlformats.org/officeDocument/2006/relationships/image" Target="../media/image133.svg"/><Relationship Id="rId46" Type="http://schemas.openxmlformats.org/officeDocument/2006/relationships/image" Target="../media/image141.svg"/><Relationship Id="rId20" Type="http://schemas.openxmlformats.org/officeDocument/2006/relationships/image" Target="../media/image115.svg"/><Relationship Id="rId41" Type="http://schemas.openxmlformats.org/officeDocument/2006/relationships/image" Target="../media/image136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1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svg"/><Relationship Id="rId13" Type="http://schemas.openxmlformats.org/officeDocument/2006/relationships/image" Target="../media/image156.svg"/><Relationship Id="rId18" Type="http://schemas.openxmlformats.org/officeDocument/2006/relationships/image" Target="../media/image161.svg"/><Relationship Id="rId3" Type="http://schemas.openxmlformats.org/officeDocument/2006/relationships/image" Target="../media/image146.svg"/><Relationship Id="rId21" Type="http://schemas.openxmlformats.org/officeDocument/2006/relationships/image" Target="../media/image164.svg"/><Relationship Id="rId7" Type="http://schemas.openxmlformats.org/officeDocument/2006/relationships/image" Target="../media/image150.svg"/><Relationship Id="rId12" Type="http://schemas.openxmlformats.org/officeDocument/2006/relationships/image" Target="../media/image155.svg"/><Relationship Id="rId17" Type="http://schemas.openxmlformats.org/officeDocument/2006/relationships/image" Target="../media/image160.svg"/><Relationship Id="rId2" Type="http://schemas.openxmlformats.org/officeDocument/2006/relationships/image" Target="../media/image145.svg"/><Relationship Id="rId16" Type="http://schemas.openxmlformats.org/officeDocument/2006/relationships/image" Target="../media/image159.svg"/><Relationship Id="rId20" Type="http://schemas.openxmlformats.org/officeDocument/2006/relationships/image" Target="../media/image163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9.svg"/><Relationship Id="rId11" Type="http://schemas.openxmlformats.org/officeDocument/2006/relationships/image" Target="../media/image154.svg"/><Relationship Id="rId5" Type="http://schemas.openxmlformats.org/officeDocument/2006/relationships/image" Target="../media/image148.svg"/><Relationship Id="rId15" Type="http://schemas.openxmlformats.org/officeDocument/2006/relationships/image" Target="../media/image158.svg"/><Relationship Id="rId10" Type="http://schemas.openxmlformats.org/officeDocument/2006/relationships/image" Target="../media/image153.svg"/><Relationship Id="rId19" Type="http://schemas.openxmlformats.org/officeDocument/2006/relationships/image" Target="../media/image162.svg"/><Relationship Id="rId4" Type="http://schemas.openxmlformats.org/officeDocument/2006/relationships/image" Target="../media/image147.svg"/><Relationship Id="rId9" Type="http://schemas.openxmlformats.org/officeDocument/2006/relationships/image" Target="../media/image152.svg"/><Relationship Id="rId14" Type="http://schemas.openxmlformats.org/officeDocument/2006/relationships/image" Target="../media/image157.svg"/><Relationship Id="rId22" Type="http://schemas.openxmlformats.org/officeDocument/2006/relationships/image" Target="../media/image165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png"/><Relationship Id="rId13" Type="http://schemas.openxmlformats.org/officeDocument/2006/relationships/image" Target="../media/image177.jpeg"/><Relationship Id="rId18" Type="http://schemas.openxmlformats.org/officeDocument/2006/relationships/image" Target="../media/image182.jpeg"/><Relationship Id="rId3" Type="http://schemas.openxmlformats.org/officeDocument/2006/relationships/image" Target="../media/image167.png"/><Relationship Id="rId7" Type="http://schemas.openxmlformats.org/officeDocument/2006/relationships/image" Target="../media/image171.png"/><Relationship Id="rId12" Type="http://schemas.openxmlformats.org/officeDocument/2006/relationships/image" Target="../media/image176.jpeg"/><Relationship Id="rId17" Type="http://schemas.openxmlformats.org/officeDocument/2006/relationships/image" Target="../media/image181.jpeg"/><Relationship Id="rId2" Type="http://schemas.openxmlformats.org/officeDocument/2006/relationships/image" Target="../media/image166.png"/><Relationship Id="rId16" Type="http://schemas.openxmlformats.org/officeDocument/2006/relationships/image" Target="../media/image180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0.png"/><Relationship Id="rId11" Type="http://schemas.openxmlformats.org/officeDocument/2006/relationships/image" Target="../media/image175.jpeg"/><Relationship Id="rId5" Type="http://schemas.openxmlformats.org/officeDocument/2006/relationships/image" Target="../media/image169.png"/><Relationship Id="rId15" Type="http://schemas.openxmlformats.org/officeDocument/2006/relationships/image" Target="../media/image179.jpeg"/><Relationship Id="rId10" Type="http://schemas.openxmlformats.org/officeDocument/2006/relationships/image" Target="../media/image174.png"/><Relationship Id="rId19" Type="http://schemas.openxmlformats.org/officeDocument/2006/relationships/image" Target="../media/image183.jpeg"/><Relationship Id="rId4" Type="http://schemas.openxmlformats.org/officeDocument/2006/relationships/image" Target="../media/image168.png"/><Relationship Id="rId9" Type="http://schemas.openxmlformats.org/officeDocument/2006/relationships/image" Target="../media/image173.png"/><Relationship Id="rId14" Type="http://schemas.openxmlformats.org/officeDocument/2006/relationships/image" Target="../media/image17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raphic 102" descr="Meeting outline">
            <a:extLst>
              <a:ext uri="{FF2B5EF4-FFF2-40B4-BE49-F238E27FC236}">
                <a16:creationId xmlns:a16="http://schemas.microsoft.com/office/drawing/2014/main" id="{7B016379-D513-14E7-D157-9EEB428C2A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96185" y="538351"/>
            <a:ext cx="660909" cy="660909"/>
          </a:xfrm>
          <a:prstGeom prst="rect">
            <a:avLst/>
          </a:prstGeom>
        </p:spPr>
      </p:pic>
      <p:pic>
        <p:nvPicPr>
          <p:cNvPr id="104" name="Graphic 103" descr="Money outline">
            <a:extLst>
              <a:ext uri="{FF2B5EF4-FFF2-40B4-BE49-F238E27FC236}">
                <a16:creationId xmlns:a16="http://schemas.microsoft.com/office/drawing/2014/main" id="{3EA009C0-5167-A90D-8238-0DB4E24816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93234" y="538351"/>
            <a:ext cx="660909" cy="660909"/>
          </a:xfrm>
          <a:prstGeom prst="rect">
            <a:avLst/>
          </a:prstGeom>
        </p:spPr>
      </p:pic>
      <p:pic>
        <p:nvPicPr>
          <p:cNvPr id="105" name="Graphic 104" descr="Open hand with plant outline">
            <a:extLst>
              <a:ext uri="{FF2B5EF4-FFF2-40B4-BE49-F238E27FC236}">
                <a16:creationId xmlns:a16="http://schemas.microsoft.com/office/drawing/2014/main" id="{7F672F5F-EF74-02EB-467C-690F7A926F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97861" y="538351"/>
            <a:ext cx="660909" cy="660909"/>
          </a:xfrm>
          <a:prstGeom prst="rect">
            <a:avLst/>
          </a:prstGeom>
        </p:spPr>
      </p:pic>
      <p:pic>
        <p:nvPicPr>
          <p:cNvPr id="106" name="Graphic 105" descr="Arrow circle outline">
            <a:extLst>
              <a:ext uri="{FF2B5EF4-FFF2-40B4-BE49-F238E27FC236}">
                <a16:creationId xmlns:a16="http://schemas.microsoft.com/office/drawing/2014/main" id="{A72C8F9B-5FBA-7E32-38CB-E17C727407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9042" y="3015449"/>
            <a:ext cx="660909" cy="660909"/>
          </a:xfrm>
          <a:prstGeom prst="rect">
            <a:avLst/>
          </a:prstGeom>
        </p:spPr>
      </p:pic>
      <p:pic>
        <p:nvPicPr>
          <p:cNvPr id="107" name="Graphic 106" descr="Badge New outline">
            <a:extLst>
              <a:ext uri="{FF2B5EF4-FFF2-40B4-BE49-F238E27FC236}">
                <a16:creationId xmlns:a16="http://schemas.microsoft.com/office/drawing/2014/main" id="{30A88B3E-AD6A-5E07-2F93-BD55F2945E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70098" y="4276651"/>
            <a:ext cx="660909" cy="660909"/>
          </a:xfrm>
          <a:prstGeom prst="rect">
            <a:avLst/>
          </a:prstGeom>
        </p:spPr>
      </p:pic>
      <p:pic>
        <p:nvPicPr>
          <p:cNvPr id="108" name="Graphic 107" descr="Badge Tick outline">
            <a:extLst>
              <a:ext uri="{FF2B5EF4-FFF2-40B4-BE49-F238E27FC236}">
                <a16:creationId xmlns:a16="http://schemas.microsoft.com/office/drawing/2014/main" id="{552955FD-75E4-1180-F78E-CEA3067B9D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13017" y="3015449"/>
            <a:ext cx="660909" cy="660909"/>
          </a:xfrm>
          <a:prstGeom prst="rect">
            <a:avLst/>
          </a:prstGeom>
        </p:spPr>
      </p:pic>
      <p:pic>
        <p:nvPicPr>
          <p:cNvPr id="109" name="Graphic 108" descr="Blockchain outline">
            <a:extLst>
              <a:ext uri="{FF2B5EF4-FFF2-40B4-BE49-F238E27FC236}">
                <a16:creationId xmlns:a16="http://schemas.microsoft.com/office/drawing/2014/main" id="{345FFE37-3E4D-EADB-72A1-B0838BE35F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9042" y="4276651"/>
            <a:ext cx="660909" cy="660909"/>
          </a:xfrm>
          <a:prstGeom prst="rect">
            <a:avLst/>
          </a:prstGeom>
        </p:spPr>
      </p:pic>
      <p:pic>
        <p:nvPicPr>
          <p:cNvPr id="110" name="Graphic 109" descr="Board Of Directors outline">
            <a:extLst>
              <a:ext uri="{FF2B5EF4-FFF2-40B4-BE49-F238E27FC236}">
                <a16:creationId xmlns:a16="http://schemas.microsoft.com/office/drawing/2014/main" id="{E51C9137-FB72-E2FB-230E-9F75DF301A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9042" y="5504290"/>
            <a:ext cx="660909" cy="660909"/>
          </a:xfrm>
          <a:prstGeom prst="rect">
            <a:avLst/>
          </a:prstGeom>
        </p:spPr>
      </p:pic>
      <p:pic>
        <p:nvPicPr>
          <p:cNvPr id="111" name="Graphic 110" descr="Boardroom outline">
            <a:extLst>
              <a:ext uri="{FF2B5EF4-FFF2-40B4-BE49-F238E27FC236}">
                <a16:creationId xmlns:a16="http://schemas.microsoft.com/office/drawing/2014/main" id="{2E92ADF8-E58B-A2AF-7A87-1D90E4268C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13017" y="4276651"/>
            <a:ext cx="660909" cy="660909"/>
          </a:xfrm>
          <a:prstGeom prst="rect">
            <a:avLst/>
          </a:prstGeom>
        </p:spPr>
      </p:pic>
      <p:pic>
        <p:nvPicPr>
          <p:cNvPr id="112" name="Graphic 111" descr="Box outline">
            <a:extLst>
              <a:ext uri="{FF2B5EF4-FFF2-40B4-BE49-F238E27FC236}">
                <a16:creationId xmlns:a16="http://schemas.microsoft.com/office/drawing/2014/main" id="{CB157FE6-F53D-B20F-96AD-F68D517810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13017" y="5504290"/>
            <a:ext cx="660909" cy="660909"/>
          </a:xfrm>
          <a:prstGeom prst="rect">
            <a:avLst/>
          </a:prstGeom>
        </p:spPr>
      </p:pic>
      <p:pic>
        <p:nvPicPr>
          <p:cNvPr id="113" name="Graphic 112" descr="Box trolley outline">
            <a:extLst>
              <a:ext uri="{FF2B5EF4-FFF2-40B4-BE49-F238E27FC236}">
                <a16:creationId xmlns:a16="http://schemas.microsoft.com/office/drawing/2014/main" id="{A5920259-04D1-3085-1F6D-2AFA316686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196185" y="5504290"/>
            <a:ext cx="660909" cy="660909"/>
          </a:xfrm>
          <a:prstGeom prst="rect">
            <a:avLst/>
          </a:prstGeom>
        </p:spPr>
      </p:pic>
      <p:pic>
        <p:nvPicPr>
          <p:cNvPr id="114" name="Graphic 113" descr="Branching diagram outline">
            <a:extLst>
              <a:ext uri="{FF2B5EF4-FFF2-40B4-BE49-F238E27FC236}">
                <a16:creationId xmlns:a16="http://schemas.microsoft.com/office/drawing/2014/main" id="{B8CC50EF-DAB4-CF2D-91FC-7770B290B5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196185" y="4276651"/>
            <a:ext cx="660909" cy="660909"/>
          </a:xfrm>
          <a:prstGeom prst="rect">
            <a:avLst/>
          </a:prstGeom>
        </p:spPr>
      </p:pic>
      <p:pic>
        <p:nvPicPr>
          <p:cNvPr id="115" name="Graphic 114" descr="Briefcase outline">
            <a:extLst>
              <a:ext uri="{FF2B5EF4-FFF2-40B4-BE49-F238E27FC236}">
                <a16:creationId xmlns:a16="http://schemas.microsoft.com/office/drawing/2014/main" id="{0D131C51-515C-BA2B-DCB3-C5AA0FC68B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297861" y="5504290"/>
            <a:ext cx="660909" cy="660909"/>
          </a:xfrm>
          <a:prstGeom prst="rect">
            <a:avLst/>
          </a:prstGeom>
        </p:spPr>
      </p:pic>
      <p:pic>
        <p:nvPicPr>
          <p:cNvPr id="116" name="Graphic 115" descr="Bullseye outline">
            <a:extLst>
              <a:ext uri="{FF2B5EF4-FFF2-40B4-BE49-F238E27FC236}">
                <a16:creationId xmlns:a16="http://schemas.microsoft.com/office/drawing/2014/main" id="{FC9F39F9-6AE0-FFD7-EF42-7CD415B112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297861" y="4276651"/>
            <a:ext cx="660909" cy="660909"/>
          </a:xfrm>
          <a:prstGeom prst="rect">
            <a:avLst/>
          </a:prstGeom>
        </p:spPr>
      </p:pic>
      <p:pic>
        <p:nvPicPr>
          <p:cNvPr id="117" name="Graphic 116" descr="Call center outline">
            <a:extLst>
              <a:ext uri="{FF2B5EF4-FFF2-40B4-BE49-F238E27FC236}">
                <a16:creationId xmlns:a16="http://schemas.microsoft.com/office/drawing/2014/main" id="{A28BAE08-8D82-FB66-ACA2-B541B2F66C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393234" y="5504290"/>
            <a:ext cx="660909" cy="660909"/>
          </a:xfrm>
          <a:prstGeom prst="rect">
            <a:avLst/>
          </a:prstGeom>
        </p:spPr>
      </p:pic>
      <p:pic>
        <p:nvPicPr>
          <p:cNvPr id="118" name="Graphic 117" descr="Care outline">
            <a:extLst>
              <a:ext uri="{FF2B5EF4-FFF2-40B4-BE49-F238E27FC236}">
                <a16:creationId xmlns:a16="http://schemas.microsoft.com/office/drawing/2014/main" id="{803D920E-465D-969B-D2A5-B32E8771A7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393234" y="4276651"/>
            <a:ext cx="660909" cy="660909"/>
          </a:xfrm>
          <a:prstGeom prst="rect">
            <a:avLst/>
          </a:prstGeom>
        </p:spPr>
      </p:pic>
      <p:pic>
        <p:nvPicPr>
          <p:cNvPr id="119" name="Graphic 118" descr="Chat outline">
            <a:extLst>
              <a:ext uri="{FF2B5EF4-FFF2-40B4-BE49-F238E27FC236}">
                <a16:creationId xmlns:a16="http://schemas.microsoft.com/office/drawing/2014/main" id="{FEDE9A68-C4FA-27BA-50AC-554BF56BB3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488606" y="4276651"/>
            <a:ext cx="660909" cy="660909"/>
          </a:xfrm>
          <a:prstGeom prst="rect">
            <a:avLst/>
          </a:prstGeom>
        </p:spPr>
      </p:pic>
      <p:pic>
        <p:nvPicPr>
          <p:cNvPr id="120" name="Graphic 119" descr="Checkbox Checked outline">
            <a:extLst>
              <a:ext uri="{FF2B5EF4-FFF2-40B4-BE49-F238E27FC236}">
                <a16:creationId xmlns:a16="http://schemas.microsoft.com/office/drawing/2014/main" id="{6A69A951-C567-82A5-9A6D-1528950200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488606" y="5504290"/>
            <a:ext cx="660909" cy="660909"/>
          </a:xfrm>
          <a:prstGeom prst="rect">
            <a:avLst/>
          </a:prstGeom>
        </p:spPr>
      </p:pic>
      <p:pic>
        <p:nvPicPr>
          <p:cNvPr id="121" name="Graphic 120" descr="Checkbox Crossed outline">
            <a:extLst>
              <a:ext uri="{FF2B5EF4-FFF2-40B4-BE49-F238E27FC236}">
                <a16:creationId xmlns:a16="http://schemas.microsoft.com/office/drawing/2014/main" id="{37A18343-D836-B4D8-D04A-7A2AF03175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583979" y="5504290"/>
            <a:ext cx="660909" cy="660909"/>
          </a:xfrm>
          <a:prstGeom prst="rect">
            <a:avLst/>
          </a:prstGeom>
        </p:spPr>
      </p:pic>
      <p:pic>
        <p:nvPicPr>
          <p:cNvPr id="122" name="Graphic 121" descr="Check In outline">
            <a:extLst>
              <a:ext uri="{FF2B5EF4-FFF2-40B4-BE49-F238E27FC236}">
                <a16:creationId xmlns:a16="http://schemas.microsoft.com/office/drawing/2014/main" id="{6F180BCE-292C-ACBD-C89F-56C400E418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679351" y="4276651"/>
            <a:ext cx="660909" cy="660909"/>
          </a:xfrm>
          <a:prstGeom prst="rect">
            <a:avLst/>
          </a:prstGeom>
        </p:spPr>
      </p:pic>
      <p:pic>
        <p:nvPicPr>
          <p:cNvPr id="123" name="Graphic 122" descr="Checklist outline">
            <a:extLst>
              <a:ext uri="{FF2B5EF4-FFF2-40B4-BE49-F238E27FC236}">
                <a16:creationId xmlns:a16="http://schemas.microsoft.com/office/drawing/2014/main" id="{90C9B27E-9353-CE8C-49FE-7066F3AC21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7583979" y="4276651"/>
            <a:ext cx="660909" cy="660909"/>
          </a:xfrm>
          <a:prstGeom prst="rect">
            <a:avLst/>
          </a:prstGeom>
        </p:spPr>
      </p:pic>
      <p:pic>
        <p:nvPicPr>
          <p:cNvPr id="124" name="Graphic 123" descr="Circular flowchart outline">
            <a:extLst>
              <a:ext uri="{FF2B5EF4-FFF2-40B4-BE49-F238E27FC236}">
                <a16:creationId xmlns:a16="http://schemas.microsoft.com/office/drawing/2014/main" id="{66246466-0DA2-1DD1-338D-FABB9B63D7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679351" y="5504290"/>
            <a:ext cx="660909" cy="660909"/>
          </a:xfrm>
          <a:prstGeom prst="rect">
            <a:avLst/>
          </a:prstGeom>
        </p:spPr>
      </p:pic>
      <p:pic>
        <p:nvPicPr>
          <p:cNvPr id="125" name="Graphic 124" descr="Clipboard outline">
            <a:extLst>
              <a:ext uri="{FF2B5EF4-FFF2-40B4-BE49-F238E27FC236}">
                <a16:creationId xmlns:a16="http://schemas.microsoft.com/office/drawing/2014/main" id="{E2C3B3C2-5E70-7442-CA52-8370FFCB91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9774724" y="5504290"/>
            <a:ext cx="660909" cy="660909"/>
          </a:xfrm>
          <a:prstGeom prst="rect">
            <a:avLst/>
          </a:prstGeom>
        </p:spPr>
      </p:pic>
      <p:pic>
        <p:nvPicPr>
          <p:cNvPr id="126" name="Graphic 125" descr="Connections outline">
            <a:extLst>
              <a:ext uri="{FF2B5EF4-FFF2-40B4-BE49-F238E27FC236}">
                <a16:creationId xmlns:a16="http://schemas.microsoft.com/office/drawing/2014/main" id="{BB7AACFA-59F8-18A1-BE76-03BD35C6FE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9774724" y="4276651"/>
            <a:ext cx="660909" cy="660909"/>
          </a:xfrm>
          <a:prstGeom prst="rect">
            <a:avLst/>
          </a:prstGeom>
        </p:spPr>
      </p:pic>
      <p:pic>
        <p:nvPicPr>
          <p:cNvPr id="127" name="Graphic 126" descr="Continuous Improvement outline">
            <a:extLst>
              <a:ext uri="{FF2B5EF4-FFF2-40B4-BE49-F238E27FC236}">
                <a16:creationId xmlns:a16="http://schemas.microsoft.com/office/drawing/2014/main" id="{D2668C5E-F0B1-2D98-4B13-E73CF8AFB2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0870098" y="5504290"/>
            <a:ext cx="660909" cy="660909"/>
          </a:xfrm>
          <a:prstGeom prst="rect">
            <a:avLst/>
          </a:prstGeom>
        </p:spPr>
      </p:pic>
      <p:pic>
        <p:nvPicPr>
          <p:cNvPr id="128" name="Graphic 127" descr="Couch outline">
            <a:extLst>
              <a:ext uri="{FF2B5EF4-FFF2-40B4-BE49-F238E27FC236}">
                <a16:creationId xmlns:a16="http://schemas.microsoft.com/office/drawing/2014/main" id="{83998D03-6A47-1DE4-7D4A-C26B02EE7D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3196185" y="3015449"/>
            <a:ext cx="660909" cy="660909"/>
          </a:xfrm>
          <a:prstGeom prst="rect">
            <a:avLst/>
          </a:prstGeom>
        </p:spPr>
      </p:pic>
      <p:pic>
        <p:nvPicPr>
          <p:cNvPr id="129" name="Graphic 128" descr="Credit card outline">
            <a:extLst>
              <a:ext uri="{FF2B5EF4-FFF2-40B4-BE49-F238E27FC236}">
                <a16:creationId xmlns:a16="http://schemas.microsoft.com/office/drawing/2014/main" id="{C72C2562-7E50-C7AE-28BC-5EECA7CD07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5393234" y="3015449"/>
            <a:ext cx="660909" cy="660909"/>
          </a:xfrm>
          <a:prstGeom prst="rect">
            <a:avLst/>
          </a:prstGeom>
        </p:spPr>
      </p:pic>
      <p:pic>
        <p:nvPicPr>
          <p:cNvPr id="130" name="Graphic 129" descr="Eye outline">
            <a:extLst>
              <a:ext uri="{FF2B5EF4-FFF2-40B4-BE49-F238E27FC236}">
                <a16:creationId xmlns:a16="http://schemas.microsoft.com/office/drawing/2014/main" id="{19B3D52C-BA03-4BFA-C887-CD68F9FEDA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4297861" y="3015449"/>
            <a:ext cx="660909" cy="660909"/>
          </a:xfrm>
          <a:prstGeom prst="rect">
            <a:avLst/>
          </a:prstGeom>
        </p:spPr>
      </p:pic>
      <p:pic>
        <p:nvPicPr>
          <p:cNvPr id="131" name="Graphic 130" descr="Flag1 outline">
            <a:extLst>
              <a:ext uri="{FF2B5EF4-FFF2-40B4-BE49-F238E27FC236}">
                <a16:creationId xmlns:a16="http://schemas.microsoft.com/office/drawing/2014/main" id="{2946E3E0-771B-AFEC-CFB1-17DABFD280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6488606" y="3015449"/>
            <a:ext cx="660909" cy="660909"/>
          </a:xfrm>
          <a:prstGeom prst="rect">
            <a:avLst/>
          </a:prstGeom>
        </p:spPr>
      </p:pic>
      <p:pic>
        <p:nvPicPr>
          <p:cNvPr id="132" name="Graphic 131" descr="Flip calendar outline">
            <a:extLst>
              <a:ext uri="{FF2B5EF4-FFF2-40B4-BE49-F238E27FC236}">
                <a16:creationId xmlns:a16="http://schemas.microsoft.com/office/drawing/2014/main" id="{80970D74-AC26-5297-54DE-23D69E3D78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7583979" y="3015449"/>
            <a:ext cx="660909" cy="660909"/>
          </a:xfrm>
          <a:prstGeom prst="rect">
            <a:avLst/>
          </a:prstGeom>
        </p:spPr>
      </p:pic>
      <p:pic>
        <p:nvPicPr>
          <p:cNvPr id="133" name="Graphic 132" descr="Flowchart outline">
            <a:extLst>
              <a:ext uri="{FF2B5EF4-FFF2-40B4-BE49-F238E27FC236}">
                <a16:creationId xmlns:a16="http://schemas.microsoft.com/office/drawing/2014/main" id="{2DAF4724-540C-3C9C-AB0A-6FC0262A38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8679351" y="3015449"/>
            <a:ext cx="660909" cy="660909"/>
          </a:xfrm>
          <a:prstGeom prst="rect">
            <a:avLst/>
          </a:prstGeom>
        </p:spPr>
      </p:pic>
      <p:pic>
        <p:nvPicPr>
          <p:cNvPr id="134" name="Graphic 133" descr="Follow outline">
            <a:extLst>
              <a:ext uri="{FF2B5EF4-FFF2-40B4-BE49-F238E27FC236}">
                <a16:creationId xmlns:a16="http://schemas.microsoft.com/office/drawing/2014/main" id="{D925366E-D6AC-B3B6-52D5-24490B38F2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9774724" y="3015449"/>
            <a:ext cx="660909" cy="660909"/>
          </a:xfrm>
          <a:prstGeom prst="rect">
            <a:avLst/>
          </a:prstGeom>
        </p:spPr>
      </p:pic>
      <p:pic>
        <p:nvPicPr>
          <p:cNvPr id="135" name="Graphic 134" descr="Formal Shirt outline">
            <a:extLst>
              <a:ext uri="{FF2B5EF4-FFF2-40B4-BE49-F238E27FC236}">
                <a16:creationId xmlns:a16="http://schemas.microsoft.com/office/drawing/2014/main" id="{2DE88E3D-8571-C619-8319-8D6A3C4009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0870098" y="3015449"/>
            <a:ext cx="660909" cy="660909"/>
          </a:xfrm>
          <a:prstGeom prst="rect">
            <a:avLst/>
          </a:prstGeom>
        </p:spPr>
      </p:pic>
      <p:pic>
        <p:nvPicPr>
          <p:cNvPr id="136" name="Graphic 135" descr="Globe outline">
            <a:extLst>
              <a:ext uri="{FF2B5EF4-FFF2-40B4-BE49-F238E27FC236}">
                <a16:creationId xmlns:a16="http://schemas.microsoft.com/office/drawing/2014/main" id="{7EDC2989-8A0C-51E1-7D79-76DABA1745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0870098" y="1770369"/>
            <a:ext cx="660909" cy="660909"/>
          </a:xfrm>
          <a:prstGeom prst="rect">
            <a:avLst/>
          </a:prstGeom>
        </p:spPr>
      </p:pic>
      <p:pic>
        <p:nvPicPr>
          <p:cNvPr id="137" name="Graphic 136" descr="Good Inventory outline">
            <a:extLst>
              <a:ext uri="{FF2B5EF4-FFF2-40B4-BE49-F238E27FC236}">
                <a16:creationId xmlns:a16="http://schemas.microsoft.com/office/drawing/2014/main" id="{82CF9387-D27B-3A38-BAD0-0D6D5A8B42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7583979" y="1770369"/>
            <a:ext cx="660909" cy="660909"/>
          </a:xfrm>
          <a:prstGeom prst="rect">
            <a:avLst/>
          </a:prstGeom>
        </p:spPr>
      </p:pic>
      <p:pic>
        <p:nvPicPr>
          <p:cNvPr id="138" name="Graphic 137" descr="Clothes hanger outline">
            <a:extLst>
              <a:ext uri="{FF2B5EF4-FFF2-40B4-BE49-F238E27FC236}">
                <a16:creationId xmlns:a16="http://schemas.microsoft.com/office/drawing/2014/main" id="{B7AD2F26-A476-812A-F498-D3107BFF7B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9774724" y="1770369"/>
            <a:ext cx="660909" cy="660909"/>
          </a:xfrm>
          <a:prstGeom prst="rect">
            <a:avLst/>
          </a:prstGeom>
        </p:spPr>
      </p:pic>
      <p:pic>
        <p:nvPicPr>
          <p:cNvPr id="139" name="Graphic 138" descr="Heart outline">
            <a:extLst>
              <a:ext uri="{FF2B5EF4-FFF2-40B4-BE49-F238E27FC236}">
                <a16:creationId xmlns:a16="http://schemas.microsoft.com/office/drawing/2014/main" id="{F58C2DC1-4D89-6F08-6500-B5F303994E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8679351" y="1770369"/>
            <a:ext cx="660909" cy="660909"/>
          </a:xfrm>
          <a:prstGeom prst="rect">
            <a:avLst/>
          </a:prstGeom>
        </p:spPr>
      </p:pic>
      <p:pic>
        <p:nvPicPr>
          <p:cNvPr id="140" name="Graphic 139" descr="House outline">
            <a:extLst>
              <a:ext uri="{FF2B5EF4-FFF2-40B4-BE49-F238E27FC236}">
                <a16:creationId xmlns:a16="http://schemas.microsoft.com/office/drawing/2014/main" id="{4172EF25-30A7-DBE6-BFB3-BE937FB4EF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4297861" y="1770369"/>
            <a:ext cx="660909" cy="660909"/>
          </a:xfrm>
          <a:prstGeom prst="rect">
            <a:avLst/>
          </a:prstGeom>
        </p:spPr>
      </p:pic>
      <p:pic>
        <p:nvPicPr>
          <p:cNvPr id="141" name="Graphic 140" descr="Label outline">
            <a:extLst>
              <a:ext uri="{FF2B5EF4-FFF2-40B4-BE49-F238E27FC236}">
                <a16:creationId xmlns:a16="http://schemas.microsoft.com/office/drawing/2014/main" id="{15A843BB-D2A2-9190-5D00-7BB186E00C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6488606" y="1770369"/>
            <a:ext cx="660909" cy="660909"/>
          </a:xfrm>
          <a:prstGeom prst="rect">
            <a:avLst/>
          </a:prstGeom>
        </p:spPr>
      </p:pic>
      <p:pic>
        <p:nvPicPr>
          <p:cNvPr id="142" name="Graphic 141" descr="Leaf outline">
            <a:extLst>
              <a:ext uri="{FF2B5EF4-FFF2-40B4-BE49-F238E27FC236}">
                <a16:creationId xmlns:a16="http://schemas.microsoft.com/office/drawing/2014/main" id="{2E305250-BC63-34CF-1BB7-96E1DA2FD8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5393234" y="1770369"/>
            <a:ext cx="660909" cy="660909"/>
          </a:xfrm>
          <a:prstGeom prst="rect">
            <a:avLst/>
          </a:prstGeom>
        </p:spPr>
      </p:pic>
      <p:pic>
        <p:nvPicPr>
          <p:cNvPr id="143" name="Graphic 142" descr="Left Brain outline">
            <a:extLst>
              <a:ext uri="{FF2B5EF4-FFF2-40B4-BE49-F238E27FC236}">
                <a16:creationId xmlns:a16="http://schemas.microsoft.com/office/drawing/2014/main" id="{46FCA51A-3275-4A76-F02D-E89FCA843D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3196185" y="1770369"/>
            <a:ext cx="660909" cy="660909"/>
          </a:xfrm>
          <a:prstGeom prst="rect">
            <a:avLst/>
          </a:prstGeom>
        </p:spPr>
      </p:pic>
      <p:pic>
        <p:nvPicPr>
          <p:cNvPr id="144" name="Graphic 143" descr="Lights On outline">
            <a:extLst>
              <a:ext uri="{FF2B5EF4-FFF2-40B4-BE49-F238E27FC236}">
                <a16:creationId xmlns:a16="http://schemas.microsoft.com/office/drawing/2014/main" id="{0142E39A-10BB-340D-F71C-A013AFBEF9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10870098" y="538351"/>
            <a:ext cx="660909" cy="660909"/>
          </a:xfrm>
          <a:prstGeom prst="rect">
            <a:avLst/>
          </a:prstGeom>
        </p:spPr>
      </p:pic>
      <p:pic>
        <p:nvPicPr>
          <p:cNvPr id="145" name="Graphic 144" descr="Lock outline">
            <a:extLst>
              <a:ext uri="{FF2B5EF4-FFF2-40B4-BE49-F238E27FC236}">
                <a16:creationId xmlns:a16="http://schemas.microsoft.com/office/drawing/2014/main" id="{E03818F8-2812-86F7-F4F0-8CF6DA65CA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8679351" y="538351"/>
            <a:ext cx="660909" cy="660909"/>
          </a:xfrm>
          <a:prstGeom prst="rect">
            <a:avLst/>
          </a:prstGeom>
        </p:spPr>
      </p:pic>
      <p:pic>
        <p:nvPicPr>
          <p:cNvPr id="146" name="Graphic 145" descr="Magnifying glass outline">
            <a:extLst>
              <a:ext uri="{FF2B5EF4-FFF2-40B4-BE49-F238E27FC236}">
                <a16:creationId xmlns:a16="http://schemas.microsoft.com/office/drawing/2014/main" id="{53B71EE1-58BB-1442-35E2-A858A758B9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9774724" y="538351"/>
            <a:ext cx="660909" cy="660909"/>
          </a:xfrm>
          <a:prstGeom prst="rect">
            <a:avLst/>
          </a:prstGeom>
        </p:spPr>
      </p:pic>
      <p:pic>
        <p:nvPicPr>
          <p:cNvPr id="147" name="Graphic 146" descr="Male profile outline">
            <a:extLst>
              <a:ext uri="{FF2B5EF4-FFF2-40B4-BE49-F238E27FC236}">
                <a16:creationId xmlns:a16="http://schemas.microsoft.com/office/drawing/2014/main" id="{EFD99267-35B0-3256-1FDE-487779B82B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7583979" y="538351"/>
            <a:ext cx="660909" cy="660909"/>
          </a:xfrm>
          <a:prstGeom prst="rect">
            <a:avLst/>
          </a:prstGeom>
        </p:spPr>
      </p:pic>
      <p:pic>
        <p:nvPicPr>
          <p:cNvPr id="148" name="Graphic 147" descr="Marker outline">
            <a:extLst>
              <a:ext uri="{FF2B5EF4-FFF2-40B4-BE49-F238E27FC236}">
                <a16:creationId xmlns:a16="http://schemas.microsoft.com/office/drawing/2014/main" id="{62534B1A-1F8D-38B2-75D3-DE11F24702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6488606" y="538351"/>
            <a:ext cx="660909" cy="660909"/>
          </a:xfrm>
          <a:prstGeom prst="rect">
            <a:avLst/>
          </a:prstGeom>
        </p:spPr>
      </p:pic>
      <p:pic>
        <p:nvPicPr>
          <p:cNvPr id="149" name="Graphic 148" descr="Ribbon outline">
            <a:extLst>
              <a:ext uri="{FF2B5EF4-FFF2-40B4-BE49-F238E27FC236}">
                <a16:creationId xmlns:a16="http://schemas.microsoft.com/office/drawing/2014/main" id="{21FA75F0-3657-B407-6F1A-0C3CB4A78A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789042" y="1770369"/>
            <a:ext cx="660909" cy="660909"/>
          </a:xfrm>
          <a:prstGeom prst="rect">
            <a:avLst/>
          </a:prstGeom>
        </p:spPr>
      </p:pic>
      <p:pic>
        <p:nvPicPr>
          <p:cNvPr id="150" name="Graphic 149" descr="Rocket outline">
            <a:extLst>
              <a:ext uri="{FF2B5EF4-FFF2-40B4-BE49-F238E27FC236}">
                <a16:creationId xmlns:a16="http://schemas.microsoft.com/office/drawing/2014/main" id="{B5BC0903-0A1D-3E81-BBF4-E976030E6F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1913017" y="1770369"/>
            <a:ext cx="660909" cy="660909"/>
          </a:xfrm>
          <a:prstGeom prst="rect">
            <a:avLst/>
          </a:prstGeom>
        </p:spPr>
      </p:pic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98AFE6D3-86EA-4C78-78E8-82E2C2AB7823}"/>
              </a:ext>
            </a:extLst>
          </p:cNvPr>
          <p:cNvSpPr txBox="1">
            <a:spLocks/>
          </p:cNvSpPr>
          <p:nvPr/>
        </p:nvSpPr>
        <p:spPr>
          <a:xfrm>
            <a:off x="396055" y="392999"/>
            <a:ext cx="2359363" cy="660910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_tradnl" sz="4000" b="1">
                <a:solidFill>
                  <a:schemeClr val="tx2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Iconos</a:t>
            </a:r>
          </a:p>
        </p:txBody>
      </p:sp>
    </p:spTree>
    <p:extLst>
      <p:ext uri="{BB962C8B-B14F-4D97-AF65-F5344CB8AC3E}">
        <p14:creationId xmlns:p14="http://schemas.microsoft.com/office/powerpoint/2010/main" val="3552547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 descr="Meeting outline">
            <a:extLst>
              <a:ext uri="{FF2B5EF4-FFF2-40B4-BE49-F238E27FC236}">
                <a16:creationId xmlns:a16="http://schemas.microsoft.com/office/drawing/2014/main" id="{34C67C42-A4CE-EA72-5547-1E4503E14A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96185" y="538351"/>
            <a:ext cx="660909" cy="660909"/>
          </a:xfrm>
          <a:prstGeom prst="rect">
            <a:avLst/>
          </a:prstGeom>
        </p:spPr>
      </p:pic>
      <p:pic>
        <p:nvPicPr>
          <p:cNvPr id="8" name="Graphic 7" descr="Money outline">
            <a:extLst>
              <a:ext uri="{FF2B5EF4-FFF2-40B4-BE49-F238E27FC236}">
                <a16:creationId xmlns:a16="http://schemas.microsoft.com/office/drawing/2014/main" id="{7EF91396-631B-04DF-CD95-692EF7BA9D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93234" y="538351"/>
            <a:ext cx="660909" cy="660909"/>
          </a:xfrm>
          <a:prstGeom prst="rect">
            <a:avLst/>
          </a:prstGeom>
        </p:spPr>
      </p:pic>
      <p:pic>
        <p:nvPicPr>
          <p:cNvPr id="10" name="Graphic 9" descr="Open hand with plant outline">
            <a:extLst>
              <a:ext uri="{FF2B5EF4-FFF2-40B4-BE49-F238E27FC236}">
                <a16:creationId xmlns:a16="http://schemas.microsoft.com/office/drawing/2014/main" id="{5E080DCF-494D-77FF-0B7F-7903B04ADF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97861" y="538351"/>
            <a:ext cx="660909" cy="660909"/>
          </a:xfrm>
          <a:prstGeom prst="rect">
            <a:avLst/>
          </a:prstGeom>
        </p:spPr>
      </p:pic>
      <p:pic>
        <p:nvPicPr>
          <p:cNvPr id="12" name="Graphic 11" descr="Arrow circle outline">
            <a:extLst>
              <a:ext uri="{FF2B5EF4-FFF2-40B4-BE49-F238E27FC236}">
                <a16:creationId xmlns:a16="http://schemas.microsoft.com/office/drawing/2014/main" id="{BDB57FD7-231D-6C7C-0877-283BFD7CDB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9042" y="3015449"/>
            <a:ext cx="660909" cy="660909"/>
          </a:xfrm>
          <a:prstGeom prst="rect">
            <a:avLst/>
          </a:prstGeom>
        </p:spPr>
      </p:pic>
      <p:pic>
        <p:nvPicPr>
          <p:cNvPr id="14" name="Graphic 13" descr="Badge New outline">
            <a:extLst>
              <a:ext uri="{FF2B5EF4-FFF2-40B4-BE49-F238E27FC236}">
                <a16:creationId xmlns:a16="http://schemas.microsoft.com/office/drawing/2014/main" id="{D319BBB2-BD1E-CBC8-99EE-6F034C87F7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70098" y="4276651"/>
            <a:ext cx="660909" cy="660909"/>
          </a:xfrm>
          <a:prstGeom prst="rect">
            <a:avLst/>
          </a:prstGeom>
        </p:spPr>
      </p:pic>
      <p:pic>
        <p:nvPicPr>
          <p:cNvPr id="16" name="Graphic 15" descr="Badge Tick outline">
            <a:extLst>
              <a:ext uri="{FF2B5EF4-FFF2-40B4-BE49-F238E27FC236}">
                <a16:creationId xmlns:a16="http://schemas.microsoft.com/office/drawing/2014/main" id="{EA2DEB4D-773C-1631-E77C-4B0F227D12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13017" y="3015449"/>
            <a:ext cx="660909" cy="660909"/>
          </a:xfrm>
          <a:prstGeom prst="rect">
            <a:avLst/>
          </a:prstGeom>
        </p:spPr>
      </p:pic>
      <p:pic>
        <p:nvPicPr>
          <p:cNvPr id="18" name="Graphic 17" descr="Blockchain outline">
            <a:extLst>
              <a:ext uri="{FF2B5EF4-FFF2-40B4-BE49-F238E27FC236}">
                <a16:creationId xmlns:a16="http://schemas.microsoft.com/office/drawing/2014/main" id="{9181FA24-9854-7553-ECEC-2D6B16C051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9042" y="4276651"/>
            <a:ext cx="660909" cy="660909"/>
          </a:xfrm>
          <a:prstGeom prst="rect">
            <a:avLst/>
          </a:prstGeom>
        </p:spPr>
      </p:pic>
      <p:pic>
        <p:nvPicPr>
          <p:cNvPr id="20" name="Graphic 19" descr="Board Of Directors outline">
            <a:extLst>
              <a:ext uri="{FF2B5EF4-FFF2-40B4-BE49-F238E27FC236}">
                <a16:creationId xmlns:a16="http://schemas.microsoft.com/office/drawing/2014/main" id="{FFD1474C-E2D3-17D4-89B9-A7E8BED94A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9042" y="5504290"/>
            <a:ext cx="660909" cy="660909"/>
          </a:xfrm>
          <a:prstGeom prst="rect">
            <a:avLst/>
          </a:prstGeom>
        </p:spPr>
      </p:pic>
      <p:pic>
        <p:nvPicPr>
          <p:cNvPr id="22" name="Graphic 21" descr="Boardroom outline">
            <a:extLst>
              <a:ext uri="{FF2B5EF4-FFF2-40B4-BE49-F238E27FC236}">
                <a16:creationId xmlns:a16="http://schemas.microsoft.com/office/drawing/2014/main" id="{61B784D8-E156-A12C-6C39-D8749073FA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13017" y="4276651"/>
            <a:ext cx="660909" cy="660909"/>
          </a:xfrm>
          <a:prstGeom prst="rect">
            <a:avLst/>
          </a:prstGeom>
        </p:spPr>
      </p:pic>
      <p:pic>
        <p:nvPicPr>
          <p:cNvPr id="24" name="Graphic 23" descr="Box outline">
            <a:extLst>
              <a:ext uri="{FF2B5EF4-FFF2-40B4-BE49-F238E27FC236}">
                <a16:creationId xmlns:a16="http://schemas.microsoft.com/office/drawing/2014/main" id="{3C3D8DDB-7886-5166-A3C8-0D4EA6EF16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13017" y="5504290"/>
            <a:ext cx="660909" cy="660909"/>
          </a:xfrm>
          <a:prstGeom prst="rect">
            <a:avLst/>
          </a:prstGeom>
        </p:spPr>
      </p:pic>
      <p:pic>
        <p:nvPicPr>
          <p:cNvPr id="26" name="Graphic 25" descr="Box trolley outline">
            <a:extLst>
              <a:ext uri="{FF2B5EF4-FFF2-40B4-BE49-F238E27FC236}">
                <a16:creationId xmlns:a16="http://schemas.microsoft.com/office/drawing/2014/main" id="{9DA70DE2-72A0-06A0-D12B-1445C865B8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196185" y="5504290"/>
            <a:ext cx="660909" cy="660909"/>
          </a:xfrm>
          <a:prstGeom prst="rect">
            <a:avLst/>
          </a:prstGeom>
        </p:spPr>
      </p:pic>
      <p:pic>
        <p:nvPicPr>
          <p:cNvPr id="28" name="Graphic 27" descr="Branching diagram outline">
            <a:extLst>
              <a:ext uri="{FF2B5EF4-FFF2-40B4-BE49-F238E27FC236}">
                <a16:creationId xmlns:a16="http://schemas.microsoft.com/office/drawing/2014/main" id="{096C5FE8-561D-8196-6413-B9A33463F4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196185" y="4276651"/>
            <a:ext cx="660909" cy="660909"/>
          </a:xfrm>
          <a:prstGeom prst="rect">
            <a:avLst/>
          </a:prstGeom>
        </p:spPr>
      </p:pic>
      <p:pic>
        <p:nvPicPr>
          <p:cNvPr id="30" name="Graphic 29" descr="Briefcase outline">
            <a:extLst>
              <a:ext uri="{FF2B5EF4-FFF2-40B4-BE49-F238E27FC236}">
                <a16:creationId xmlns:a16="http://schemas.microsoft.com/office/drawing/2014/main" id="{01B69DCF-3FF2-55EC-F23A-84B8F904BF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297861" y="5504290"/>
            <a:ext cx="660909" cy="660909"/>
          </a:xfrm>
          <a:prstGeom prst="rect">
            <a:avLst/>
          </a:prstGeom>
        </p:spPr>
      </p:pic>
      <p:pic>
        <p:nvPicPr>
          <p:cNvPr id="32" name="Graphic 31" descr="Bullseye outline">
            <a:extLst>
              <a:ext uri="{FF2B5EF4-FFF2-40B4-BE49-F238E27FC236}">
                <a16:creationId xmlns:a16="http://schemas.microsoft.com/office/drawing/2014/main" id="{7DE5617F-3624-F214-66FF-EF762B0F73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297861" y="4276651"/>
            <a:ext cx="660909" cy="660909"/>
          </a:xfrm>
          <a:prstGeom prst="rect">
            <a:avLst/>
          </a:prstGeom>
        </p:spPr>
      </p:pic>
      <p:pic>
        <p:nvPicPr>
          <p:cNvPr id="34" name="Graphic 33" descr="Call center outline">
            <a:extLst>
              <a:ext uri="{FF2B5EF4-FFF2-40B4-BE49-F238E27FC236}">
                <a16:creationId xmlns:a16="http://schemas.microsoft.com/office/drawing/2014/main" id="{A52856A4-68A9-90E6-922E-A9379BCD36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393234" y="5504290"/>
            <a:ext cx="660909" cy="660909"/>
          </a:xfrm>
          <a:prstGeom prst="rect">
            <a:avLst/>
          </a:prstGeom>
        </p:spPr>
      </p:pic>
      <p:pic>
        <p:nvPicPr>
          <p:cNvPr id="36" name="Graphic 35" descr="Care outline">
            <a:extLst>
              <a:ext uri="{FF2B5EF4-FFF2-40B4-BE49-F238E27FC236}">
                <a16:creationId xmlns:a16="http://schemas.microsoft.com/office/drawing/2014/main" id="{8D1022FA-D2B3-8495-51D2-378AADD023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393234" y="4276651"/>
            <a:ext cx="660909" cy="660909"/>
          </a:xfrm>
          <a:prstGeom prst="rect">
            <a:avLst/>
          </a:prstGeom>
        </p:spPr>
      </p:pic>
      <p:pic>
        <p:nvPicPr>
          <p:cNvPr id="38" name="Graphic 37" descr="Chat outline">
            <a:extLst>
              <a:ext uri="{FF2B5EF4-FFF2-40B4-BE49-F238E27FC236}">
                <a16:creationId xmlns:a16="http://schemas.microsoft.com/office/drawing/2014/main" id="{D211A838-A809-1CAF-8B44-6BBE8E6CD4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488606" y="4276651"/>
            <a:ext cx="660909" cy="660909"/>
          </a:xfrm>
          <a:prstGeom prst="rect">
            <a:avLst/>
          </a:prstGeom>
        </p:spPr>
      </p:pic>
      <p:pic>
        <p:nvPicPr>
          <p:cNvPr id="40" name="Graphic 39" descr="Checkbox Checked outline">
            <a:extLst>
              <a:ext uri="{FF2B5EF4-FFF2-40B4-BE49-F238E27FC236}">
                <a16:creationId xmlns:a16="http://schemas.microsoft.com/office/drawing/2014/main" id="{49B659D6-477D-37D6-44F2-B6F0877988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488606" y="5504290"/>
            <a:ext cx="660909" cy="660909"/>
          </a:xfrm>
          <a:prstGeom prst="rect">
            <a:avLst/>
          </a:prstGeom>
        </p:spPr>
      </p:pic>
      <p:pic>
        <p:nvPicPr>
          <p:cNvPr id="42" name="Graphic 41" descr="Checkbox Crossed outline">
            <a:extLst>
              <a:ext uri="{FF2B5EF4-FFF2-40B4-BE49-F238E27FC236}">
                <a16:creationId xmlns:a16="http://schemas.microsoft.com/office/drawing/2014/main" id="{D9647F0A-7945-BE12-D858-FEBD452257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583979" y="5504290"/>
            <a:ext cx="660909" cy="660909"/>
          </a:xfrm>
          <a:prstGeom prst="rect">
            <a:avLst/>
          </a:prstGeom>
        </p:spPr>
      </p:pic>
      <p:pic>
        <p:nvPicPr>
          <p:cNvPr id="44" name="Graphic 43" descr="Check In outline">
            <a:extLst>
              <a:ext uri="{FF2B5EF4-FFF2-40B4-BE49-F238E27FC236}">
                <a16:creationId xmlns:a16="http://schemas.microsoft.com/office/drawing/2014/main" id="{08A9A62C-FDFC-2715-B37B-21439686E5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679351" y="4276651"/>
            <a:ext cx="660909" cy="660909"/>
          </a:xfrm>
          <a:prstGeom prst="rect">
            <a:avLst/>
          </a:prstGeom>
        </p:spPr>
      </p:pic>
      <p:pic>
        <p:nvPicPr>
          <p:cNvPr id="46" name="Graphic 45" descr="Checklist outline">
            <a:extLst>
              <a:ext uri="{FF2B5EF4-FFF2-40B4-BE49-F238E27FC236}">
                <a16:creationId xmlns:a16="http://schemas.microsoft.com/office/drawing/2014/main" id="{78A29B49-5F50-CBBB-5BEF-A7C80A2D5C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7583979" y="4276651"/>
            <a:ext cx="660909" cy="660909"/>
          </a:xfrm>
          <a:prstGeom prst="rect">
            <a:avLst/>
          </a:prstGeom>
        </p:spPr>
      </p:pic>
      <p:pic>
        <p:nvPicPr>
          <p:cNvPr id="48" name="Graphic 47" descr="Circular flowchart outline">
            <a:extLst>
              <a:ext uri="{FF2B5EF4-FFF2-40B4-BE49-F238E27FC236}">
                <a16:creationId xmlns:a16="http://schemas.microsoft.com/office/drawing/2014/main" id="{128F4AC6-C87C-906F-D407-8A965D3780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679351" y="5504290"/>
            <a:ext cx="660909" cy="660909"/>
          </a:xfrm>
          <a:prstGeom prst="rect">
            <a:avLst/>
          </a:prstGeom>
        </p:spPr>
      </p:pic>
      <p:pic>
        <p:nvPicPr>
          <p:cNvPr id="50" name="Graphic 49" descr="Clipboard outline">
            <a:extLst>
              <a:ext uri="{FF2B5EF4-FFF2-40B4-BE49-F238E27FC236}">
                <a16:creationId xmlns:a16="http://schemas.microsoft.com/office/drawing/2014/main" id="{8D549EB2-C0B0-E13C-2826-9A3394BADA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9774724" y="5504290"/>
            <a:ext cx="660909" cy="660909"/>
          </a:xfrm>
          <a:prstGeom prst="rect">
            <a:avLst/>
          </a:prstGeom>
        </p:spPr>
      </p:pic>
      <p:pic>
        <p:nvPicPr>
          <p:cNvPr id="52" name="Graphic 51" descr="Connections outline">
            <a:extLst>
              <a:ext uri="{FF2B5EF4-FFF2-40B4-BE49-F238E27FC236}">
                <a16:creationId xmlns:a16="http://schemas.microsoft.com/office/drawing/2014/main" id="{0E80B6DB-BCF3-39B9-7D55-9A00E83A26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9774724" y="4276651"/>
            <a:ext cx="660909" cy="660909"/>
          </a:xfrm>
          <a:prstGeom prst="rect">
            <a:avLst/>
          </a:prstGeom>
        </p:spPr>
      </p:pic>
      <p:pic>
        <p:nvPicPr>
          <p:cNvPr id="54" name="Graphic 53" descr="Continuous Improvement outline">
            <a:extLst>
              <a:ext uri="{FF2B5EF4-FFF2-40B4-BE49-F238E27FC236}">
                <a16:creationId xmlns:a16="http://schemas.microsoft.com/office/drawing/2014/main" id="{18BA8BC9-644F-91B8-7BB6-F89DD07439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0870098" y="5504290"/>
            <a:ext cx="660909" cy="660909"/>
          </a:xfrm>
          <a:prstGeom prst="rect">
            <a:avLst/>
          </a:prstGeom>
        </p:spPr>
      </p:pic>
      <p:pic>
        <p:nvPicPr>
          <p:cNvPr id="56" name="Graphic 55" descr="Couch outline">
            <a:extLst>
              <a:ext uri="{FF2B5EF4-FFF2-40B4-BE49-F238E27FC236}">
                <a16:creationId xmlns:a16="http://schemas.microsoft.com/office/drawing/2014/main" id="{41125023-E60E-EF86-A86F-47B952DACF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3196185" y="3015449"/>
            <a:ext cx="660909" cy="660909"/>
          </a:xfrm>
          <a:prstGeom prst="rect">
            <a:avLst/>
          </a:prstGeom>
        </p:spPr>
      </p:pic>
      <p:pic>
        <p:nvPicPr>
          <p:cNvPr id="58" name="Graphic 57" descr="Credit card outline">
            <a:extLst>
              <a:ext uri="{FF2B5EF4-FFF2-40B4-BE49-F238E27FC236}">
                <a16:creationId xmlns:a16="http://schemas.microsoft.com/office/drawing/2014/main" id="{260E176D-27B2-E416-2E30-99313CABE7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5393234" y="3015449"/>
            <a:ext cx="660909" cy="660909"/>
          </a:xfrm>
          <a:prstGeom prst="rect">
            <a:avLst/>
          </a:prstGeom>
        </p:spPr>
      </p:pic>
      <p:pic>
        <p:nvPicPr>
          <p:cNvPr id="60" name="Graphic 59" descr="Eye outline">
            <a:extLst>
              <a:ext uri="{FF2B5EF4-FFF2-40B4-BE49-F238E27FC236}">
                <a16:creationId xmlns:a16="http://schemas.microsoft.com/office/drawing/2014/main" id="{ED284498-8AC9-DCBC-86F3-19F4BC8545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4297861" y="3015449"/>
            <a:ext cx="660909" cy="660909"/>
          </a:xfrm>
          <a:prstGeom prst="rect">
            <a:avLst/>
          </a:prstGeom>
        </p:spPr>
      </p:pic>
      <p:pic>
        <p:nvPicPr>
          <p:cNvPr id="62" name="Graphic 61" descr="Flag1 outline">
            <a:extLst>
              <a:ext uri="{FF2B5EF4-FFF2-40B4-BE49-F238E27FC236}">
                <a16:creationId xmlns:a16="http://schemas.microsoft.com/office/drawing/2014/main" id="{63284564-8FB6-168B-1BCD-F11FBD3321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6488606" y="3015449"/>
            <a:ext cx="660909" cy="660909"/>
          </a:xfrm>
          <a:prstGeom prst="rect">
            <a:avLst/>
          </a:prstGeom>
        </p:spPr>
      </p:pic>
      <p:pic>
        <p:nvPicPr>
          <p:cNvPr id="64" name="Graphic 63" descr="Flip calendar outline">
            <a:extLst>
              <a:ext uri="{FF2B5EF4-FFF2-40B4-BE49-F238E27FC236}">
                <a16:creationId xmlns:a16="http://schemas.microsoft.com/office/drawing/2014/main" id="{495A8888-690B-AD23-0360-B44992C3BE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7583979" y="3015449"/>
            <a:ext cx="660909" cy="660909"/>
          </a:xfrm>
          <a:prstGeom prst="rect">
            <a:avLst/>
          </a:prstGeom>
        </p:spPr>
      </p:pic>
      <p:pic>
        <p:nvPicPr>
          <p:cNvPr id="66" name="Graphic 65" descr="Flowchart outline">
            <a:extLst>
              <a:ext uri="{FF2B5EF4-FFF2-40B4-BE49-F238E27FC236}">
                <a16:creationId xmlns:a16="http://schemas.microsoft.com/office/drawing/2014/main" id="{52B2DD9A-C170-45EC-CA19-C423176422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8679351" y="3015449"/>
            <a:ext cx="660909" cy="660909"/>
          </a:xfrm>
          <a:prstGeom prst="rect">
            <a:avLst/>
          </a:prstGeom>
        </p:spPr>
      </p:pic>
      <p:pic>
        <p:nvPicPr>
          <p:cNvPr id="68" name="Graphic 67" descr="Follow outline">
            <a:extLst>
              <a:ext uri="{FF2B5EF4-FFF2-40B4-BE49-F238E27FC236}">
                <a16:creationId xmlns:a16="http://schemas.microsoft.com/office/drawing/2014/main" id="{4D0496D3-2DBE-5ABF-4F9D-864739BDEB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9774724" y="3015449"/>
            <a:ext cx="660909" cy="660909"/>
          </a:xfrm>
          <a:prstGeom prst="rect">
            <a:avLst/>
          </a:prstGeom>
        </p:spPr>
      </p:pic>
      <p:pic>
        <p:nvPicPr>
          <p:cNvPr id="70" name="Graphic 69" descr="Formal Shirt outline">
            <a:extLst>
              <a:ext uri="{FF2B5EF4-FFF2-40B4-BE49-F238E27FC236}">
                <a16:creationId xmlns:a16="http://schemas.microsoft.com/office/drawing/2014/main" id="{A135302D-2D3A-E20E-4B7A-B2A7A9F5F6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0870098" y="3015449"/>
            <a:ext cx="660909" cy="660909"/>
          </a:xfrm>
          <a:prstGeom prst="rect">
            <a:avLst/>
          </a:prstGeom>
        </p:spPr>
      </p:pic>
      <p:pic>
        <p:nvPicPr>
          <p:cNvPr id="72" name="Graphic 71" descr="Globe outline">
            <a:extLst>
              <a:ext uri="{FF2B5EF4-FFF2-40B4-BE49-F238E27FC236}">
                <a16:creationId xmlns:a16="http://schemas.microsoft.com/office/drawing/2014/main" id="{FE73D5A7-ED6E-F8DE-5909-6A5D3B3894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0870098" y="1770369"/>
            <a:ext cx="660909" cy="660909"/>
          </a:xfrm>
          <a:prstGeom prst="rect">
            <a:avLst/>
          </a:prstGeom>
        </p:spPr>
      </p:pic>
      <p:pic>
        <p:nvPicPr>
          <p:cNvPr id="74" name="Graphic 73" descr="Good Inventory outline">
            <a:extLst>
              <a:ext uri="{FF2B5EF4-FFF2-40B4-BE49-F238E27FC236}">
                <a16:creationId xmlns:a16="http://schemas.microsoft.com/office/drawing/2014/main" id="{C9A8FA73-8124-6693-D8C6-A04F617E64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7583979" y="1770369"/>
            <a:ext cx="660909" cy="660909"/>
          </a:xfrm>
          <a:prstGeom prst="rect">
            <a:avLst/>
          </a:prstGeom>
        </p:spPr>
      </p:pic>
      <p:pic>
        <p:nvPicPr>
          <p:cNvPr id="76" name="Graphic 75" descr="Clothes hanger outline">
            <a:extLst>
              <a:ext uri="{FF2B5EF4-FFF2-40B4-BE49-F238E27FC236}">
                <a16:creationId xmlns:a16="http://schemas.microsoft.com/office/drawing/2014/main" id="{9C0F79AE-FFC4-933C-3B09-D0C0CB1708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9774724" y="1770369"/>
            <a:ext cx="660909" cy="660909"/>
          </a:xfrm>
          <a:prstGeom prst="rect">
            <a:avLst/>
          </a:prstGeom>
        </p:spPr>
      </p:pic>
      <p:pic>
        <p:nvPicPr>
          <p:cNvPr id="78" name="Graphic 77" descr="Heart outline">
            <a:extLst>
              <a:ext uri="{FF2B5EF4-FFF2-40B4-BE49-F238E27FC236}">
                <a16:creationId xmlns:a16="http://schemas.microsoft.com/office/drawing/2014/main" id="{E48C9798-D976-D764-B841-43C0C3B82F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8679351" y="1770369"/>
            <a:ext cx="660909" cy="660909"/>
          </a:xfrm>
          <a:prstGeom prst="rect">
            <a:avLst/>
          </a:prstGeom>
        </p:spPr>
      </p:pic>
      <p:pic>
        <p:nvPicPr>
          <p:cNvPr id="80" name="Graphic 79" descr="House outline">
            <a:extLst>
              <a:ext uri="{FF2B5EF4-FFF2-40B4-BE49-F238E27FC236}">
                <a16:creationId xmlns:a16="http://schemas.microsoft.com/office/drawing/2014/main" id="{ECC46ADF-0A6F-6811-1AB1-AF7F69F681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4297861" y="1770369"/>
            <a:ext cx="660909" cy="660909"/>
          </a:xfrm>
          <a:prstGeom prst="rect">
            <a:avLst/>
          </a:prstGeom>
        </p:spPr>
      </p:pic>
      <p:pic>
        <p:nvPicPr>
          <p:cNvPr id="82" name="Graphic 81" descr="Label outline">
            <a:extLst>
              <a:ext uri="{FF2B5EF4-FFF2-40B4-BE49-F238E27FC236}">
                <a16:creationId xmlns:a16="http://schemas.microsoft.com/office/drawing/2014/main" id="{08B26C03-DA88-3411-3F20-C41AA6A2E2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6488606" y="1770369"/>
            <a:ext cx="660909" cy="660909"/>
          </a:xfrm>
          <a:prstGeom prst="rect">
            <a:avLst/>
          </a:prstGeom>
        </p:spPr>
      </p:pic>
      <p:pic>
        <p:nvPicPr>
          <p:cNvPr id="84" name="Graphic 83" descr="Leaf outline">
            <a:extLst>
              <a:ext uri="{FF2B5EF4-FFF2-40B4-BE49-F238E27FC236}">
                <a16:creationId xmlns:a16="http://schemas.microsoft.com/office/drawing/2014/main" id="{EB409576-E1A7-7B99-5E6A-D6875B7D5F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5393234" y="1770369"/>
            <a:ext cx="660909" cy="660909"/>
          </a:xfrm>
          <a:prstGeom prst="rect">
            <a:avLst/>
          </a:prstGeom>
        </p:spPr>
      </p:pic>
      <p:pic>
        <p:nvPicPr>
          <p:cNvPr id="86" name="Graphic 85" descr="Left Brain outline">
            <a:extLst>
              <a:ext uri="{FF2B5EF4-FFF2-40B4-BE49-F238E27FC236}">
                <a16:creationId xmlns:a16="http://schemas.microsoft.com/office/drawing/2014/main" id="{3BC2201C-C245-0450-4B2E-58F8D2E91E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3196185" y="1770369"/>
            <a:ext cx="660909" cy="660909"/>
          </a:xfrm>
          <a:prstGeom prst="rect">
            <a:avLst/>
          </a:prstGeom>
        </p:spPr>
      </p:pic>
      <p:pic>
        <p:nvPicPr>
          <p:cNvPr id="88" name="Graphic 87" descr="Lights On outline">
            <a:extLst>
              <a:ext uri="{FF2B5EF4-FFF2-40B4-BE49-F238E27FC236}">
                <a16:creationId xmlns:a16="http://schemas.microsoft.com/office/drawing/2014/main" id="{8CA18E41-385C-8958-2573-C5E5989488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10870098" y="538351"/>
            <a:ext cx="660909" cy="660909"/>
          </a:xfrm>
          <a:prstGeom prst="rect">
            <a:avLst/>
          </a:prstGeom>
        </p:spPr>
      </p:pic>
      <p:pic>
        <p:nvPicPr>
          <p:cNvPr id="90" name="Graphic 89" descr="Lock outline">
            <a:extLst>
              <a:ext uri="{FF2B5EF4-FFF2-40B4-BE49-F238E27FC236}">
                <a16:creationId xmlns:a16="http://schemas.microsoft.com/office/drawing/2014/main" id="{6C38F952-23E8-16F8-8EEB-94F697165E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8679351" y="538351"/>
            <a:ext cx="660909" cy="660909"/>
          </a:xfrm>
          <a:prstGeom prst="rect">
            <a:avLst/>
          </a:prstGeom>
        </p:spPr>
      </p:pic>
      <p:pic>
        <p:nvPicPr>
          <p:cNvPr id="92" name="Graphic 91" descr="Magnifying glass outline">
            <a:extLst>
              <a:ext uri="{FF2B5EF4-FFF2-40B4-BE49-F238E27FC236}">
                <a16:creationId xmlns:a16="http://schemas.microsoft.com/office/drawing/2014/main" id="{68F15E1A-0ECB-6EC7-82A6-B46FC6E1B3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9774724" y="538351"/>
            <a:ext cx="660909" cy="660909"/>
          </a:xfrm>
          <a:prstGeom prst="rect">
            <a:avLst/>
          </a:prstGeom>
        </p:spPr>
      </p:pic>
      <p:pic>
        <p:nvPicPr>
          <p:cNvPr id="94" name="Graphic 93" descr="Male profile outline">
            <a:extLst>
              <a:ext uri="{FF2B5EF4-FFF2-40B4-BE49-F238E27FC236}">
                <a16:creationId xmlns:a16="http://schemas.microsoft.com/office/drawing/2014/main" id="{CE8E5350-0EB1-86A4-FF8B-CC3A2E4781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7583979" y="538351"/>
            <a:ext cx="660909" cy="660909"/>
          </a:xfrm>
          <a:prstGeom prst="rect">
            <a:avLst/>
          </a:prstGeom>
        </p:spPr>
      </p:pic>
      <p:pic>
        <p:nvPicPr>
          <p:cNvPr id="96" name="Graphic 95" descr="Marker outline">
            <a:extLst>
              <a:ext uri="{FF2B5EF4-FFF2-40B4-BE49-F238E27FC236}">
                <a16:creationId xmlns:a16="http://schemas.microsoft.com/office/drawing/2014/main" id="{CA3A4DA6-6581-1E16-4970-03DDAD6237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6488606" y="538351"/>
            <a:ext cx="660909" cy="660909"/>
          </a:xfrm>
          <a:prstGeom prst="rect">
            <a:avLst/>
          </a:prstGeom>
        </p:spPr>
      </p:pic>
      <p:pic>
        <p:nvPicPr>
          <p:cNvPr id="100" name="Graphic 99" descr="Ribbon outline">
            <a:extLst>
              <a:ext uri="{FF2B5EF4-FFF2-40B4-BE49-F238E27FC236}">
                <a16:creationId xmlns:a16="http://schemas.microsoft.com/office/drawing/2014/main" id="{CABCAFAD-929D-5EE9-826B-54818631E3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789042" y="1770369"/>
            <a:ext cx="660909" cy="660909"/>
          </a:xfrm>
          <a:prstGeom prst="rect">
            <a:avLst/>
          </a:prstGeom>
        </p:spPr>
      </p:pic>
      <p:pic>
        <p:nvPicPr>
          <p:cNvPr id="102" name="Graphic 101" descr="Rocket outline">
            <a:extLst>
              <a:ext uri="{FF2B5EF4-FFF2-40B4-BE49-F238E27FC236}">
                <a16:creationId xmlns:a16="http://schemas.microsoft.com/office/drawing/2014/main" id="{4D995894-A84D-A97A-BD57-BBB0BB84FF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1913017" y="1770369"/>
            <a:ext cx="660909" cy="660909"/>
          </a:xfrm>
          <a:prstGeom prst="rect">
            <a:avLst/>
          </a:prstGeom>
        </p:spPr>
      </p:pic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CC9EBA8B-5079-5820-386B-1513067FAB01}"/>
              </a:ext>
            </a:extLst>
          </p:cNvPr>
          <p:cNvSpPr txBox="1">
            <a:spLocks/>
          </p:cNvSpPr>
          <p:nvPr/>
        </p:nvSpPr>
        <p:spPr>
          <a:xfrm>
            <a:off x="396055" y="392999"/>
            <a:ext cx="2359363" cy="660910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_tradnl" sz="4000" b="1">
                <a:solidFill>
                  <a:schemeClr val="tx2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Iconos</a:t>
            </a:r>
          </a:p>
        </p:txBody>
      </p:sp>
    </p:spTree>
    <p:extLst>
      <p:ext uri="{BB962C8B-B14F-4D97-AF65-F5344CB8AC3E}">
        <p14:creationId xmlns:p14="http://schemas.microsoft.com/office/powerpoint/2010/main" val="3461126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1">
            <a:extLst>
              <a:ext uri="{FF2B5EF4-FFF2-40B4-BE49-F238E27FC236}">
                <a16:creationId xmlns:a16="http://schemas.microsoft.com/office/drawing/2014/main" id="{983CC6E1-A57B-940B-77EB-37AEE0011951}"/>
              </a:ext>
            </a:extLst>
          </p:cNvPr>
          <p:cNvSpPr txBox="1">
            <a:spLocks/>
          </p:cNvSpPr>
          <p:nvPr/>
        </p:nvSpPr>
        <p:spPr>
          <a:xfrm>
            <a:off x="396055" y="392999"/>
            <a:ext cx="2359363" cy="660910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_tradnl" sz="4000" b="1">
                <a:solidFill>
                  <a:schemeClr val="tx2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Iconos</a:t>
            </a:r>
          </a:p>
        </p:txBody>
      </p:sp>
      <p:pic>
        <p:nvPicPr>
          <p:cNvPr id="2" name="Graphic 1" descr="Meeting outline">
            <a:extLst>
              <a:ext uri="{FF2B5EF4-FFF2-40B4-BE49-F238E27FC236}">
                <a16:creationId xmlns:a16="http://schemas.microsoft.com/office/drawing/2014/main" id="{07309659-F983-4D9E-CC63-5B4E0FB7DB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96185" y="538351"/>
            <a:ext cx="660909" cy="660909"/>
          </a:xfrm>
          <a:prstGeom prst="rect">
            <a:avLst/>
          </a:prstGeom>
        </p:spPr>
      </p:pic>
      <p:pic>
        <p:nvPicPr>
          <p:cNvPr id="3" name="Graphic 2" descr="Money outline">
            <a:extLst>
              <a:ext uri="{FF2B5EF4-FFF2-40B4-BE49-F238E27FC236}">
                <a16:creationId xmlns:a16="http://schemas.microsoft.com/office/drawing/2014/main" id="{8A54184A-F542-D7E1-2231-6F8A424B97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93234" y="538351"/>
            <a:ext cx="660909" cy="660909"/>
          </a:xfrm>
          <a:prstGeom prst="rect">
            <a:avLst/>
          </a:prstGeom>
        </p:spPr>
      </p:pic>
      <p:pic>
        <p:nvPicPr>
          <p:cNvPr id="6" name="Graphic 5" descr="Open hand with plant outline">
            <a:extLst>
              <a:ext uri="{FF2B5EF4-FFF2-40B4-BE49-F238E27FC236}">
                <a16:creationId xmlns:a16="http://schemas.microsoft.com/office/drawing/2014/main" id="{AD5B7A1D-759F-DF40-4606-52A4558950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97861" y="538351"/>
            <a:ext cx="660909" cy="660909"/>
          </a:xfrm>
          <a:prstGeom prst="rect">
            <a:avLst/>
          </a:prstGeom>
        </p:spPr>
      </p:pic>
      <p:pic>
        <p:nvPicPr>
          <p:cNvPr id="7" name="Graphic 6" descr="Arrow circle outline">
            <a:extLst>
              <a:ext uri="{FF2B5EF4-FFF2-40B4-BE49-F238E27FC236}">
                <a16:creationId xmlns:a16="http://schemas.microsoft.com/office/drawing/2014/main" id="{24930884-F132-369E-F629-BCEB0D6CA5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9042" y="3015449"/>
            <a:ext cx="660909" cy="660909"/>
          </a:xfrm>
          <a:prstGeom prst="rect">
            <a:avLst/>
          </a:prstGeom>
        </p:spPr>
      </p:pic>
      <p:pic>
        <p:nvPicPr>
          <p:cNvPr id="9" name="Graphic 8" descr="Badge New outline">
            <a:extLst>
              <a:ext uri="{FF2B5EF4-FFF2-40B4-BE49-F238E27FC236}">
                <a16:creationId xmlns:a16="http://schemas.microsoft.com/office/drawing/2014/main" id="{16FE5EF3-4897-4BD0-718A-E36B729612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70098" y="4276651"/>
            <a:ext cx="660909" cy="660909"/>
          </a:xfrm>
          <a:prstGeom prst="rect">
            <a:avLst/>
          </a:prstGeom>
        </p:spPr>
      </p:pic>
      <p:pic>
        <p:nvPicPr>
          <p:cNvPr id="11" name="Graphic 10" descr="Badge Tick outline">
            <a:extLst>
              <a:ext uri="{FF2B5EF4-FFF2-40B4-BE49-F238E27FC236}">
                <a16:creationId xmlns:a16="http://schemas.microsoft.com/office/drawing/2014/main" id="{764400A3-AACA-D685-8F7D-31BA3E98B7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13017" y="3015449"/>
            <a:ext cx="660909" cy="660909"/>
          </a:xfrm>
          <a:prstGeom prst="rect">
            <a:avLst/>
          </a:prstGeom>
        </p:spPr>
      </p:pic>
      <p:pic>
        <p:nvPicPr>
          <p:cNvPr id="13" name="Graphic 12" descr="Blockchain outline">
            <a:extLst>
              <a:ext uri="{FF2B5EF4-FFF2-40B4-BE49-F238E27FC236}">
                <a16:creationId xmlns:a16="http://schemas.microsoft.com/office/drawing/2014/main" id="{4E668880-C07E-18F0-D530-780BEC13F7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9042" y="4276651"/>
            <a:ext cx="660909" cy="660909"/>
          </a:xfrm>
          <a:prstGeom prst="rect">
            <a:avLst/>
          </a:prstGeom>
        </p:spPr>
      </p:pic>
      <p:pic>
        <p:nvPicPr>
          <p:cNvPr id="15" name="Graphic 14" descr="Board Of Directors outline">
            <a:extLst>
              <a:ext uri="{FF2B5EF4-FFF2-40B4-BE49-F238E27FC236}">
                <a16:creationId xmlns:a16="http://schemas.microsoft.com/office/drawing/2014/main" id="{37003F42-924D-75D7-D20A-DBFB7C4BD8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9042" y="5504290"/>
            <a:ext cx="660909" cy="660909"/>
          </a:xfrm>
          <a:prstGeom prst="rect">
            <a:avLst/>
          </a:prstGeom>
        </p:spPr>
      </p:pic>
      <p:pic>
        <p:nvPicPr>
          <p:cNvPr id="17" name="Graphic 16" descr="Boardroom outline">
            <a:extLst>
              <a:ext uri="{FF2B5EF4-FFF2-40B4-BE49-F238E27FC236}">
                <a16:creationId xmlns:a16="http://schemas.microsoft.com/office/drawing/2014/main" id="{89359A56-E8E4-E61D-3723-1F1710B33B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13017" y="4276651"/>
            <a:ext cx="660909" cy="660909"/>
          </a:xfrm>
          <a:prstGeom prst="rect">
            <a:avLst/>
          </a:prstGeom>
        </p:spPr>
      </p:pic>
      <p:pic>
        <p:nvPicPr>
          <p:cNvPr id="19" name="Graphic 18" descr="Box outline">
            <a:extLst>
              <a:ext uri="{FF2B5EF4-FFF2-40B4-BE49-F238E27FC236}">
                <a16:creationId xmlns:a16="http://schemas.microsoft.com/office/drawing/2014/main" id="{1B25879B-2A76-97E9-8C3E-35AD3497F7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13017" y="5504290"/>
            <a:ext cx="660909" cy="660909"/>
          </a:xfrm>
          <a:prstGeom prst="rect">
            <a:avLst/>
          </a:prstGeom>
        </p:spPr>
      </p:pic>
      <p:pic>
        <p:nvPicPr>
          <p:cNvPr id="21" name="Graphic 20" descr="Box trolley outline">
            <a:extLst>
              <a:ext uri="{FF2B5EF4-FFF2-40B4-BE49-F238E27FC236}">
                <a16:creationId xmlns:a16="http://schemas.microsoft.com/office/drawing/2014/main" id="{350665ED-CD5C-099B-47F9-F3876A6A21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196185" y="5504290"/>
            <a:ext cx="660909" cy="660909"/>
          </a:xfrm>
          <a:prstGeom prst="rect">
            <a:avLst/>
          </a:prstGeom>
        </p:spPr>
      </p:pic>
      <p:pic>
        <p:nvPicPr>
          <p:cNvPr id="23" name="Graphic 22" descr="Branching diagram outline">
            <a:extLst>
              <a:ext uri="{FF2B5EF4-FFF2-40B4-BE49-F238E27FC236}">
                <a16:creationId xmlns:a16="http://schemas.microsoft.com/office/drawing/2014/main" id="{6A529C11-C8EA-E73C-9C85-28CA7F6537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196185" y="4276651"/>
            <a:ext cx="660909" cy="660909"/>
          </a:xfrm>
          <a:prstGeom prst="rect">
            <a:avLst/>
          </a:prstGeom>
        </p:spPr>
      </p:pic>
      <p:pic>
        <p:nvPicPr>
          <p:cNvPr id="25" name="Graphic 24" descr="Briefcase outline">
            <a:extLst>
              <a:ext uri="{FF2B5EF4-FFF2-40B4-BE49-F238E27FC236}">
                <a16:creationId xmlns:a16="http://schemas.microsoft.com/office/drawing/2014/main" id="{B1424258-F4CF-61E1-350B-57CFBD015D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297861" y="5504290"/>
            <a:ext cx="660909" cy="660909"/>
          </a:xfrm>
          <a:prstGeom prst="rect">
            <a:avLst/>
          </a:prstGeom>
        </p:spPr>
      </p:pic>
      <p:pic>
        <p:nvPicPr>
          <p:cNvPr id="27" name="Graphic 26" descr="Bullseye outline">
            <a:extLst>
              <a:ext uri="{FF2B5EF4-FFF2-40B4-BE49-F238E27FC236}">
                <a16:creationId xmlns:a16="http://schemas.microsoft.com/office/drawing/2014/main" id="{8D0A8D1D-9B42-41B1-80E5-DA97411506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297861" y="4276651"/>
            <a:ext cx="660909" cy="660909"/>
          </a:xfrm>
          <a:prstGeom prst="rect">
            <a:avLst/>
          </a:prstGeom>
        </p:spPr>
      </p:pic>
      <p:pic>
        <p:nvPicPr>
          <p:cNvPr id="29" name="Graphic 28" descr="Call center outline">
            <a:extLst>
              <a:ext uri="{FF2B5EF4-FFF2-40B4-BE49-F238E27FC236}">
                <a16:creationId xmlns:a16="http://schemas.microsoft.com/office/drawing/2014/main" id="{4AC2D28F-AC61-160B-501C-A07FC616C5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393234" y="5504290"/>
            <a:ext cx="660909" cy="660909"/>
          </a:xfrm>
          <a:prstGeom prst="rect">
            <a:avLst/>
          </a:prstGeom>
        </p:spPr>
      </p:pic>
      <p:pic>
        <p:nvPicPr>
          <p:cNvPr id="31" name="Graphic 30" descr="Care outline">
            <a:extLst>
              <a:ext uri="{FF2B5EF4-FFF2-40B4-BE49-F238E27FC236}">
                <a16:creationId xmlns:a16="http://schemas.microsoft.com/office/drawing/2014/main" id="{37EFBD78-00ED-717E-55D4-1B86A08453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393234" y="4276651"/>
            <a:ext cx="660909" cy="660909"/>
          </a:xfrm>
          <a:prstGeom prst="rect">
            <a:avLst/>
          </a:prstGeom>
        </p:spPr>
      </p:pic>
      <p:pic>
        <p:nvPicPr>
          <p:cNvPr id="33" name="Graphic 32" descr="Chat outline">
            <a:extLst>
              <a:ext uri="{FF2B5EF4-FFF2-40B4-BE49-F238E27FC236}">
                <a16:creationId xmlns:a16="http://schemas.microsoft.com/office/drawing/2014/main" id="{5969F88F-57EC-6A61-D898-05C57EB9C8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488606" y="4276651"/>
            <a:ext cx="660909" cy="660909"/>
          </a:xfrm>
          <a:prstGeom prst="rect">
            <a:avLst/>
          </a:prstGeom>
        </p:spPr>
      </p:pic>
      <p:pic>
        <p:nvPicPr>
          <p:cNvPr id="35" name="Graphic 34" descr="Checkbox Checked outline">
            <a:extLst>
              <a:ext uri="{FF2B5EF4-FFF2-40B4-BE49-F238E27FC236}">
                <a16:creationId xmlns:a16="http://schemas.microsoft.com/office/drawing/2014/main" id="{2C524C0C-0C11-873A-490C-82B88F274E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488606" y="5504290"/>
            <a:ext cx="660909" cy="660909"/>
          </a:xfrm>
          <a:prstGeom prst="rect">
            <a:avLst/>
          </a:prstGeom>
        </p:spPr>
      </p:pic>
      <p:pic>
        <p:nvPicPr>
          <p:cNvPr id="37" name="Graphic 36" descr="Checkbox Crossed outline">
            <a:extLst>
              <a:ext uri="{FF2B5EF4-FFF2-40B4-BE49-F238E27FC236}">
                <a16:creationId xmlns:a16="http://schemas.microsoft.com/office/drawing/2014/main" id="{22920709-3806-B187-14EA-1C16CA27DC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583979" y="5504290"/>
            <a:ext cx="660909" cy="660909"/>
          </a:xfrm>
          <a:prstGeom prst="rect">
            <a:avLst/>
          </a:prstGeom>
        </p:spPr>
      </p:pic>
      <p:pic>
        <p:nvPicPr>
          <p:cNvPr id="39" name="Graphic 38" descr="Check In outline">
            <a:extLst>
              <a:ext uri="{FF2B5EF4-FFF2-40B4-BE49-F238E27FC236}">
                <a16:creationId xmlns:a16="http://schemas.microsoft.com/office/drawing/2014/main" id="{EA8681CC-44E5-D64C-9C9D-71FF255F5D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679351" y="4276651"/>
            <a:ext cx="660909" cy="660909"/>
          </a:xfrm>
          <a:prstGeom prst="rect">
            <a:avLst/>
          </a:prstGeom>
        </p:spPr>
      </p:pic>
      <p:pic>
        <p:nvPicPr>
          <p:cNvPr id="41" name="Graphic 40" descr="Checklist outline">
            <a:extLst>
              <a:ext uri="{FF2B5EF4-FFF2-40B4-BE49-F238E27FC236}">
                <a16:creationId xmlns:a16="http://schemas.microsoft.com/office/drawing/2014/main" id="{69896DDC-EA36-ECF1-77D7-7E7C12662E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7583979" y="4276651"/>
            <a:ext cx="660909" cy="660909"/>
          </a:xfrm>
          <a:prstGeom prst="rect">
            <a:avLst/>
          </a:prstGeom>
        </p:spPr>
      </p:pic>
      <p:pic>
        <p:nvPicPr>
          <p:cNvPr id="43" name="Graphic 42" descr="Circular flowchart outline">
            <a:extLst>
              <a:ext uri="{FF2B5EF4-FFF2-40B4-BE49-F238E27FC236}">
                <a16:creationId xmlns:a16="http://schemas.microsoft.com/office/drawing/2014/main" id="{0912CAB9-6D70-3064-7340-60AE0F025D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679351" y="5504290"/>
            <a:ext cx="660909" cy="660909"/>
          </a:xfrm>
          <a:prstGeom prst="rect">
            <a:avLst/>
          </a:prstGeom>
        </p:spPr>
      </p:pic>
      <p:pic>
        <p:nvPicPr>
          <p:cNvPr id="45" name="Graphic 44" descr="Clipboard outline">
            <a:extLst>
              <a:ext uri="{FF2B5EF4-FFF2-40B4-BE49-F238E27FC236}">
                <a16:creationId xmlns:a16="http://schemas.microsoft.com/office/drawing/2014/main" id="{FA328BCE-1ED7-BCDD-F199-857BEFB3E9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9774724" y="5504290"/>
            <a:ext cx="660909" cy="660909"/>
          </a:xfrm>
          <a:prstGeom prst="rect">
            <a:avLst/>
          </a:prstGeom>
        </p:spPr>
      </p:pic>
      <p:pic>
        <p:nvPicPr>
          <p:cNvPr id="47" name="Graphic 46" descr="Connections outline">
            <a:extLst>
              <a:ext uri="{FF2B5EF4-FFF2-40B4-BE49-F238E27FC236}">
                <a16:creationId xmlns:a16="http://schemas.microsoft.com/office/drawing/2014/main" id="{06BA529D-B0D9-B588-C620-014F3D74ED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9774724" y="4276651"/>
            <a:ext cx="660909" cy="660909"/>
          </a:xfrm>
          <a:prstGeom prst="rect">
            <a:avLst/>
          </a:prstGeom>
        </p:spPr>
      </p:pic>
      <p:pic>
        <p:nvPicPr>
          <p:cNvPr id="49" name="Graphic 48" descr="Continuous Improvement outline">
            <a:extLst>
              <a:ext uri="{FF2B5EF4-FFF2-40B4-BE49-F238E27FC236}">
                <a16:creationId xmlns:a16="http://schemas.microsoft.com/office/drawing/2014/main" id="{BB6E6554-BB30-690D-DA24-48B487A812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0870098" y="5504290"/>
            <a:ext cx="660909" cy="660909"/>
          </a:xfrm>
          <a:prstGeom prst="rect">
            <a:avLst/>
          </a:prstGeom>
        </p:spPr>
      </p:pic>
      <p:pic>
        <p:nvPicPr>
          <p:cNvPr id="51" name="Graphic 50" descr="Couch outline">
            <a:extLst>
              <a:ext uri="{FF2B5EF4-FFF2-40B4-BE49-F238E27FC236}">
                <a16:creationId xmlns:a16="http://schemas.microsoft.com/office/drawing/2014/main" id="{760AF940-A68D-6414-90F3-662F845876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3196185" y="3015449"/>
            <a:ext cx="660909" cy="660909"/>
          </a:xfrm>
          <a:prstGeom prst="rect">
            <a:avLst/>
          </a:prstGeom>
        </p:spPr>
      </p:pic>
      <p:pic>
        <p:nvPicPr>
          <p:cNvPr id="53" name="Graphic 52" descr="Credit card outline">
            <a:extLst>
              <a:ext uri="{FF2B5EF4-FFF2-40B4-BE49-F238E27FC236}">
                <a16:creationId xmlns:a16="http://schemas.microsoft.com/office/drawing/2014/main" id="{4DCE6975-31DF-19F4-5077-E5FD74E7D9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5393234" y="3015449"/>
            <a:ext cx="660909" cy="660909"/>
          </a:xfrm>
          <a:prstGeom prst="rect">
            <a:avLst/>
          </a:prstGeom>
        </p:spPr>
      </p:pic>
      <p:pic>
        <p:nvPicPr>
          <p:cNvPr id="55" name="Graphic 54" descr="Eye outline">
            <a:extLst>
              <a:ext uri="{FF2B5EF4-FFF2-40B4-BE49-F238E27FC236}">
                <a16:creationId xmlns:a16="http://schemas.microsoft.com/office/drawing/2014/main" id="{566120F3-5311-07A3-E812-2EBA66A5C6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4297861" y="3015449"/>
            <a:ext cx="660909" cy="660909"/>
          </a:xfrm>
          <a:prstGeom prst="rect">
            <a:avLst/>
          </a:prstGeom>
        </p:spPr>
      </p:pic>
      <p:pic>
        <p:nvPicPr>
          <p:cNvPr id="57" name="Graphic 56" descr="Flag1 outline">
            <a:extLst>
              <a:ext uri="{FF2B5EF4-FFF2-40B4-BE49-F238E27FC236}">
                <a16:creationId xmlns:a16="http://schemas.microsoft.com/office/drawing/2014/main" id="{59D5A722-45FE-D00E-6F9E-5239C7C2FF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6488606" y="3015449"/>
            <a:ext cx="660909" cy="660909"/>
          </a:xfrm>
          <a:prstGeom prst="rect">
            <a:avLst/>
          </a:prstGeom>
        </p:spPr>
      </p:pic>
      <p:pic>
        <p:nvPicPr>
          <p:cNvPr id="59" name="Graphic 58" descr="Flip calendar outline">
            <a:extLst>
              <a:ext uri="{FF2B5EF4-FFF2-40B4-BE49-F238E27FC236}">
                <a16:creationId xmlns:a16="http://schemas.microsoft.com/office/drawing/2014/main" id="{6F86A3BF-C215-F2A2-4632-BB7B190B98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7583979" y="3015449"/>
            <a:ext cx="660909" cy="660909"/>
          </a:xfrm>
          <a:prstGeom prst="rect">
            <a:avLst/>
          </a:prstGeom>
        </p:spPr>
      </p:pic>
      <p:pic>
        <p:nvPicPr>
          <p:cNvPr id="61" name="Graphic 60" descr="Flowchart outline">
            <a:extLst>
              <a:ext uri="{FF2B5EF4-FFF2-40B4-BE49-F238E27FC236}">
                <a16:creationId xmlns:a16="http://schemas.microsoft.com/office/drawing/2014/main" id="{4E964E14-4976-7D48-11D9-C6876E2CC3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8679351" y="3015449"/>
            <a:ext cx="660909" cy="660909"/>
          </a:xfrm>
          <a:prstGeom prst="rect">
            <a:avLst/>
          </a:prstGeom>
        </p:spPr>
      </p:pic>
      <p:pic>
        <p:nvPicPr>
          <p:cNvPr id="63" name="Graphic 62" descr="Follow outline">
            <a:extLst>
              <a:ext uri="{FF2B5EF4-FFF2-40B4-BE49-F238E27FC236}">
                <a16:creationId xmlns:a16="http://schemas.microsoft.com/office/drawing/2014/main" id="{5E9B6690-5280-233D-9B64-15C1CF631F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9774724" y="3015449"/>
            <a:ext cx="660909" cy="660909"/>
          </a:xfrm>
          <a:prstGeom prst="rect">
            <a:avLst/>
          </a:prstGeom>
        </p:spPr>
      </p:pic>
      <p:pic>
        <p:nvPicPr>
          <p:cNvPr id="65" name="Graphic 64" descr="Formal Shirt outline">
            <a:extLst>
              <a:ext uri="{FF2B5EF4-FFF2-40B4-BE49-F238E27FC236}">
                <a16:creationId xmlns:a16="http://schemas.microsoft.com/office/drawing/2014/main" id="{766397D0-F810-52F9-572E-AE8156D9F6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0870098" y="3015449"/>
            <a:ext cx="660909" cy="660909"/>
          </a:xfrm>
          <a:prstGeom prst="rect">
            <a:avLst/>
          </a:prstGeom>
        </p:spPr>
      </p:pic>
      <p:pic>
        <p:nvPicPr>
          <p:cNvPr id="67" name="Graphic 66" descr="Globe outline">
            <a:extLst>
              <a:ext uri="{FF2B5EF4-FFF2-40B4-BE49-F238E27FC236}">
                <a16:creationId xmlns:a16="http://schemas.microsoft.com/office/drawing/2014/main" id="{5B645649-2D98-CE8B-F7B4-1AF83F8B88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0870098" y="1770369"/>
            <a:ext cx="660909" cy="660909"/>
          </a:xfrm>
          <a:prstGeom prst="rect">
            <a:avLst/>
          </a:prstGeom>
        </p:spPr>
      </p:pic>
      <p:pic>
        <p:nvPicPr>
          <p:cNvPr id="69" name="Graphic 68" descr="Good Inventory outline">
            <a:extLst>
              <a:ext uri="{FF2B5EF4-FFF2-40B4-BE49-F238E27FC236}">
                <a16:creationId xmlns:a16="http://schemas.microsoft.com/office/drawing/2014/main" id="{7017B380-9FB3-8AB4-9B81-E142F945EA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7583979" y="1770369"/>
            <a:ext cx="660909" cy="660909"/>
          </a:xfrm>
          <a:prstGeom prst="rect">
            <a:avLst/>
          </a:prstGeom>
        </p:spPr>
      </p:pic>
      <p:pic>
        <p:nvPicPr>
          <p:cNvPr id="71" name="Graphic 70" descr="Clothes hanger outline">
            <a:extLst>
              <a:ext uri="{FF2B5EF4-FFF2-40B4-BE49-F238E27FC236}">
                <a16:creationId xmlns:a16="http://schemas.microsoft.com/office/drawing/2014/main" id="{86F13BA7-7499-ED82-2FA7-DCF1664124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9774724" y="1770369"/>
            <a:ext cx="660909" cy="660909"/>
          </a:xfrm>
          <a:prstGeom prst="rect">
            <a:avLst/>
          </a:prstGeom>
        </p:spPr>
      </p:pic>
      <p:pic>
        <p:nvPicPr>
          <p:cNvPr id="73" name="Graphic 72" descr="Heart outline">
            <a:extLst>
              <a:ext uri="{FF2B5EF4-FFF2-40B4-BE49-F238E27FC236}">
                <a16:creationId xmlns:a16="http://schemas.microsoft.com/office/drawing/2014/main" id="{4A24CDE3-52C9-9BB5-90B2-7AB8677D12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8679351" y="1770369"/>
            <a:ext cx="660909" cy="660909"/>
          </a:xfrm>
          <a:prstGeom prst="rect">
            <a:avLst/>
          </a:prstGeom>
        </p:spPr>
      </p:pic>
      <p:pic>
        <p:nvPicPr>
          <p:cNvPr id="75" name="Graphic 74" descr="House outline">
            <a:extLst>
              <a:ext uri="{FF2B5EF4-FFF2-40B4-BE49-F238E27FC236}">
                <a16:creationId xmlns:a16="http://schemas.microsoft.com/office/drawing/2014/main" id="{53AC7F8E-513F-1396-68FA-75DA0E43DB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4297861" y="1770369"/>
            <a:ext cx="660909" cy="660909"/>
          </a:xfrm>
          <a:prstGeom prst="rect">
            <a:avLst/>
          </a:prstGeom>
        </p:spPr>
      </p:pic>
      <p:pic>
        <p:nvPicPr>
          <p:cNvPr id="77" name="Graphic 76" descr="Label outline">
            <a:extLst>
              <a:ext uri="{FF2B5EF4-FFF2-40B4-BE49-F238E27FC236}">
                <a16:creationId xmlns:a16="http://schemas.microsoft.com/office/drawing/2014/main" id="{CD4A10D6-0F04-4023-4982-13208A01C9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6488606" y="1770369"/>
            <a:ext cx="660909" cy="660909"/>
          </a:xfrm>
          <a:prstGeom prst="rect">
            <a:avLst/>
          </a:prstGeom>
        </p:spPr>
      </p:pic>
      <p:pic>
        <p:nvPicPr>
          <p:cNvPr id="79" name="Graphic 78" descr="Leaf outline">
            <a:extLst>
              <a:ext uri="{FF2B5EF4-FFF2-40B4-BE49-F238E27FC236}">
                <a16:creationId xmlns:a16="http://schemas.microsoft.com/office/drawing/2014/main" id="{288EDF0A-BD39-837B-F021-BD278692E1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5393234" y="1770369"/>
            <a:ext cx="660909" cy="660909"/>
          </a:xfrm>
          <a:prstGeom prst="rect">
            <a:avLst/>
          </a:prstGeom>
        </p:spPr>
      </p:pic>
      <p:pic>
        <p:nvPicPr>
          <p:cNvPr id="81" name="Graphic 80" descr="Left Brain outline">
            <a:extLst>
              <a:ext uri="{FF2B5EF4-FFF2-40B4-BE49-F238E27FC236}">
                <a16:creationId xmlns:a16="http://schemas.microsoft.com/office/drawing/2014/main" id="{AEB012F4-1832-07D1-2616-A1EEECBE58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3196185" y="1770369"/>
            <a:ext cx="660909" cy="660909"/>
          </a:xfrm>
          <a:prstGeom prst="rect">
            <a:avLst/>
          </a:prstGeom>
        </p:spPr>
      </p:pic>
      <p:pic>
        <p:nvPicPr>
          <p:cNvPr id="83" name="Graphic 82" descr="Lights On outline">
            <a:extLst>
              <a:ext uri="{FF2B5EF4-FFF2-40B4-BE49-F238E27FC236}">
                <a16:creationId xmlns:a16="http://schemas.microsoft.com/office/drawing/2014/main" id="{40FAA7A1-8282-72C7-880A-F41AC392B7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10870098" y="538351"/>
            <a:ext cx="660909" cy="660909"/>
          </a:xfrm>
          <a:prstGeom prst="rect">
            <a:avLst/>
          </a:prstGeom>
        </p:spPr>
      </p:pic>
      <p:pic>
        <p:nvPicPr>
          <p:cNvPr id="85" name="Graphic 84" descr="Lock outline">
            <a:extLst>
              <a:ext uri="{FF2B5EF4-FFF2-40B4-BE49-F238E27FC236}">
                <a16:creationId xmlns:a16="http://schemas.microsoft.com/office/drawing/2014/main" id="{B3E34790-C8CB-41FE-712D-9BB9EAEC8B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8679351" y="538351"/>
            <a:ext cx="660909" cy="660909"/>
          </a:xfrm>
          <a:prstGeom prst="rect">
            <a:avLst/>
          </a:prstGeom>
        </p:spPr>
      </p:pic>
      <p:pic>
        <p:nvPicPr>
          <p:cNvPr id="87" name="Graphic 86" descr="Magnifying glass outline">
            <a:extLst>
              <a:ext uri="{FF2B5EF4-FFF2-40B4-BE49-F238E27FC236}">
                <a16:creationId xmlns:a16="http://schemas.microsoft.com/office/drawing/2014/main" id="{27E9092E-5C88-4616-DC7D-A728D1919B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9774724" y="538351"/>
            <a:ext cx="660909" cy="660909"/>
          </a:xfrm>
          <a:prstGeom prst="rect">
            <a:avLst/>
          </a:prstGeom>
        </p:spPr>
      </p:pic>
      <p:pic>
        <p:nvPicPr>
          <p:cNvPr id="89" name="Graphic 88" descr="Male profile outline">
            <a:extLst>
              <a:ext uri="{FF2B5EF4-FFF2-40B4-BE49-F238E27FC236}">
                <a16:creationId xmlns:a16="http://schemas.microsoft.com/office/drawing/2014/main" id="{69C6CA4D-6602-AEF5-AD7A-44412566BA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7583979" y="538351"/>
            <a:ext cx="660909" cy="660909"/>
          </a:xfrm>
          <a:prstGeom prst="rect">
            <a:avLst/>
          </a:prstGeom>
        </p:spPr>
      </p:pic>
      <p:pic>
        <p:nvPicPr>
          <p:cNvPr id="91" name="Graphic 90" descr="Marker outline">
            <a:extLst>
              <a:ext uri="{FF2B5EF4-FFF2-40B4-BE49-F238E27FC236}">
                <a16:creationId xmlns:a16="http://schemas.microsoft.com/office/drawing/2014/main" id="{5864AE13-D7A7-EE61-809C-B7CB54899F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6488606" y="538351"/>
            <a:ext cx="660909" cy="660909"/>
          </a:xfrm>
          <a:prstGeom prst="rect">
            <a:avLst/>
          </a:prstGeom>
        </p:spPr>
      </p:pic>
      <p:pic>
        <p:nvPicPr>
          <p:cNvPr id="93" name="Graphic 92" descr="Ribbon outline">
            <a:extLst>
              <a:ext uri="{FF2B5EF4-FFF2-40B4-BE49-F238E27FC236}">
                <a16:creationId xmlns:a16="http://schemas.microsoft.com/office/drawing/2014/main" id="{EF577773-E7D1-F3C0-9ECD-55FF236377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789042" y="1770369"/>
            <a:ext cx="660909" cy="660909"/>
          </a:xfrm>
          <a:prstGeom prst="rect">
            <a:avLst/>
          </a:prstGeom>
        </p:spPr>
      </p:pic>
      <p:pic>
        <p:nvPicPr>
          <p:cNvPr id="95" name="Graphic 94" descr="Rocket outline">
            <a:extLst>
              <a:ext uri="{FF2B5EF4-FFF2-40B4-BE49-F238E27FC236}">
                <a16:creationId xmlns:a16="http://schemas.microsoft.com/office/drawing/2014/main" id="{009C20F7-C63A-F00C-25A7-802388EEC7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1913017" y="1770369"/>
            <a:ext cx="660909" cy="660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190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1">
            <a:extLst>
              <a:ext uri="{FF2B5EF4-FFF2-40B4-BE49-F238E27FC236}">
                <a16:creationId xmlns:a16="http://schemas.microsoft.com/office/drawing/2014/main" id="{983CC6E1-A57B-940B-77EB-37AEE0011951}"/>
              </a:ext>
            </a:extLst>
          </p:cNvPr>
          <p:cNvSpPr txBox="1">
            <a:spLocks/>
          </p:cNvSpPr>
          <p:nvPr/>
        </p:nvSpPr>
        <p:spPr>
          <a:xfrm>
            <a:off x="396054" y="392999"/>
            <a:ext cx="6370505" cy="569528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_tradnl" sz="4000" b="1">
                <a:solidFill>
                  <a:schemeClr val="tx2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Flechas y líneas</a:t>
            </a:r>
          </a:p>
        </p:txBody>
      </p:sp>
      <p:cxnSp>
        <p:nvCxnSpPr>
          <p:cNvPr id="2" name="Conector recto 166">
            <a:extLst>
              <a:ext uri="{FF2B5EF4-FFF2-40B4-BE49-F238E27FC236}">
                <a16:creationId xmlns:a16="http://schemas.microsoft.com/office/drawing/2014/main" id="{94A3162F-5762-8EEE-0D9E-BF870B58A3F0}"/>
              </a:ext>
            </a:extLst>
          </p:cNvPr>
          <p:cNvCxnSpPr>
            <a:cxnSpLocks/>
          </p:cNvCxnSpPr>
          <p:nvPr/>
        </p:nvCxnSpPr>
        <p:spPr>
          <a:xfrm flipH="1">
            <a:off x="1906991" y="1785449"/>
            <a:ext cx="1060711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dot"/>
            <a:headEnd type="oval"/>
            <a:tailEnd type="oval"/>
          </a:ln>
          <a:effectLst/>
        </p:spPr>
      </p:cxnSp>
      <p:cxnSp>
        <p:nvCxnSpPr>
          <p:cNvPr id="7" name="Conector recto 166">
            <a:extLst>
              <a:ext uri="{FF2B5EF4-FFF2-40B4-BE49-F238E27FC236}">
                <a16:creationId xmlns:a16="http://schemas.microsoft.com/office/drawing/2014/main" id="{BC33D2C7-B284-8ADE-1F46-78EF74D2BC71}"/>
              </a:ext>
            </a:extLst>
          </p:cNvPr>
          <p:cNvCxnSpPr>
            <a:cxnSpLocks/>
          </p:cNvCxnSpPr>
          <p:nvPr/>
        </p:nvCxnSpPr>
        <p:spPr>
          <a:xfrm flipH="1">
            <a:off x="1906991" y="2257087"/>
            <a:ext cx="1060711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dot"/>
            <a:headEnd type="none"/>
            <a:tailEnd type="oval"/>
          </a:ln>
          <a:effectLst/>
        </p:spPr>
      </p:cxnSp>
      <p:cxnSp>
        <p:nvCxnSpPr>
          <p:cNvPr id="8" name="Conector recto 166">
            <a:extLst>
              <a:ext uri="{FF2B5EF4-FFF2-40B4-BE49-F238E27FC236}">
                <a16:creationId xmlns:a16="http://schemas.microsoft.com/office/drawing/2014/main" id="{2D5B2640-510B-9127-6B88-F19EE9D06CCA}"/>
              </a:ext>
            </a:extLst>
          </p:cNvPr>
          <p:cNvCxnSpPr>
            <a:cxnSpLocks/>
          </p:cNvCxnSpPr>
          <p:nvPr/>
        </p:nvCxnSpPr>
        <p:spPr>
          <a:xfrm flipH="1">
            <a:off x="1906991" y="2719099"/>
            <a:ext cx="1060711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dot"/>
            <a:headEnd type="oval"/>
            <a:tailEnd type="none"/>
          </a:ln>
          <a:effectLst/>
        </p:spPr>
      </p:cxnSp>
      <p:cxnSp>
        <p:nvCxnSpPr>
          <p:cNvPr id="9" name="Conector recto 166">
            <a:extLst>
              <a:ext uri="{FF2B5EF4-FFF2-40B4-BE49-F238E27FC236}">
                <a16:creationId xmlns:a16="http://schemas.microsoft.com/office/drawing/2014/main" id="{50AB90D0-D5B6-E9F9-86EF-C6A162F1F01C}"/>
              </a:ext>
            </a:extLst>
          </p:cNvPr>
          <p:cNvCxnSpPr>
            <a:cxnSpLocks/>
          </p:cNvCxnSpPr>
          <p:nvPr/>
        </p:nvCxnSpPr>
        <p:spPr>
          <a:xfrm flipH="1">
            <a:off x="1906991" y="3421744"/>
            <a:ext cx="1060711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dot"/>
            <a:headEnd type="arrow"/>
            <a:tailEnd type="arrow"/>
          </a:ln>
          <a:effectLst/>
        </p:spPr>
      </p:cxnSp>
      <p:cxnSp>
        <p:nvCxnSpPr>
          <p:cNvPr id="10" name="Conector recto 166">
            <a:extLst>
              <a:ext uri="{FF2B5EF4-FFF2-40B4-BE49-F238E27FC236}">
                <a16:creationId xmlns:a16="http://schemas.microsoft.com/office/drawing/2014/main" id="{7F573B21-3CA2-51E1-2DFF-E0BF98EFC3F2}"/>
              </a:ext>
            </a:extLst>
          </p:cNvPr>
          <p:cNvCxnSpPr>
            <a:cxnSpLocks/>
          </p:cNvCxnSpPr>
          <p:nvPr/>
        </p:nvCxnSpPr>
        <p:spPr>
          <a:xfrm flipH="1">
            <a:off x="1906991" y="3893382"/>
            <a:ext cx="1060711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dot"/>
            <a:headEnd type="none"/>
            <a:tailEnd type="arrow"/>
          </a:ln>
          <a:effectLst/>
        </p:spPr>
      </p:cxnSp>
      <p:cxnSp>
        <p:nvCxnSpPr>
          <p:cNvPr id="11" name="Conector recto 166">
            <a:extLst>
              <a:ext uri="{FF2B5EF4-FFF2-40B4-BE49-F238E27FC236}">
                <a16:creationId xmlns:a16="http://schemas.microsoft.com/office/drawing/2014/main" id="{EB43CFA9-AE97-2F74-FCFF-405FCC5EBF40}"/>
              </a:ext>
            </a:extLst>
          </p:cNvPr>
          <p:cNvCxnSpPr>
            <a:cxnSpLocks/>
          </p:cNvCxnSpPr>
          <p:nvPr/>
        </p:nvCxnSpPr>
        <p:spPr>
          <a:xfrm flipH="1">
            <a:off x="1906991" y="4355394"/>
            <a:ext cx="1060711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dot"/>
            <a:headEnd type="arrow"/>
            <a:tailEnd type="none"/>
          </a:ln>
          <a:effectLst/>
        </p:spPr>
      </p:cxnSp>
      <p:cxnSp>
        <p:nvCxnSpPr>
          <p:cNvPr id="12" name="Conector recto 166">
            <a:extLst>
              <a:ext uri="{FF2B5EF4-FFF2-40B4-BE49-F238E27FC236}">
                <a16:creationId xmlns:a16="http://schemas.microsoft.com/office/drawing/2014/main" id="{2E97313D-ED8E-1EB3-B596-39200CBE83E5}"/>
              </a:ext>
            </a:extLst>
          </p:cNvPr>
          <p:cNvCxnSpPr>
            <a:cxnSpLocks/>
          </p:cNvCxnSpPr>
          <p:nvPr/>
        </p:nvCxnSpPr>
        <p:spPr>
          <a:xfrm flipH="1">
            <a:off x="1906991" y="5144666"/>
            <a:ext cx="1060711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dot"/>
            <a:headEnd type="none"/>
            <a:tailEnd type="none"/>
          </a:ln>
          <a:effectLst/>
        </p:spPr>
      </p:cxnSp>
      <p:cxnSp>
        <p:nvCxnSpPr>
          <p:cNvPr id="13" name="Conector recto 166">
            <a:extLst>
              <a:ext uri="{FF2B5EF4-FFF2-40B4-BE49-F238E27FC236}">
                <a16:creationId xmlns:a16="http://schemas.microsoft.com/office/drawing/2014/main" id="{9F36ED22-2580-C49A-3AB5-4305693CA05B}"/>
              </a:ext>
            </a:extLst>
          </p:cNvPr>
          <p:cNvCxnSpPr>
            <a:cxnSpLocks/>
          </p:cNvCxnSpPr>
          <p:nvPr/>
        </p:nvCxnSpPr>
        <p:spPr>
          <a:xfrm flipH="1">
            <a:off x="636444" y="1785449"/>
            <a:ext cx="1060711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headEnd type="oval"/>
            <a:tailEnd type="oval"/>
          </a:ln>
          <a:effectLst/>
        </p:spPr>
      </p:cxnSp>
      <p:cxnSp>
        <p:nvCxnSpPr>
          <p:cNvPr id="14" name="Conector recto 166">
            <a:extLst>
              <a:ext uri="{FF2B5EF4-FFF2-40B4-BE49-F238E27FC236}">
                <a16:creationId xmlns:a16="http://schemas.microsoft.com/office/drawing/2014/main" id="{57929C7E-F938-B56C-9E7B-4199DC2258E0}"/>
              </a:ext>
            </a:extLst>
          </p:cNvPr>
          <p:cNvCxnSpPr>
            <a:cxnSpLocks/>
          </p:cNvCxnSpPr>
          <p:nvPr/>
        </p:nvCxnSpPr>
        <p:spPr>
          <a:xfrm flipH="1">
            <a:off x="636444" y="2257087"/>
            <a:ext cx="1060711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headEnd type="none"/>
            <a:tailEnd type="oval"/>
          </a:ln>
          <a:effectLst/>
        </p:spPr>
      </p:cxnSp>
      <p:cxnSp>
        <p:nvCxnSpPr>
          <p:cNvPr id="15" name="Conector recto 166">
            <a:extLst>
              <a:ext uri="{FF2B5EF4-FFF2-40B4-BE49-F238E27FC236}">
                <a16:creationId xmlns:a16="http://schemas.microsoft.com/office/drawing/2014/main" id="{A57F5EDA-3C49-4F32-E9FC-8C76361457F4}"/>
              </a:ext>
            </a:extLst>
          </p:cNvPr>
          <p:cNvCxnSpPr>
            <a:cxnSpLocks/>
          </p:cNvCxnSpPr>
          <p:nvPr/>
        </p:nvCxnSpPr>
        <p:spPr>
          <a:xfrm flipH="1">
            <a:off x="636444" y="2719099"/>
            <a:ext cx="1060711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headEnd type="oval"/>
            <a:tailEnd type="none"/>
          </a:ln>
          <a:effectLst/>
        </p:spPr>
      </p:cxnSp>
      <p:cxnSp>
        <p:nvCxnSpPr>
          <p:cNvPr id="16" name="Conector recto 166">
            <a:extLst>
              <a:ext uri="{FF2B5EF4-FFF2-40B4-BE49-F238E27FC236}">
                <a16:creationId xmlns:a16="http://schemas.microsoft.com/office/drawing/2014/main" id="{E1FAD802-893C-6562-E3D3-22BCC5111EC5}"/>
              </a:ext>
            </a:extLst>
          </p:cNvPr>
          <p:cNvCxnSpPr>
            <a:cxnSpLocks/>
          </p:cNvCxnSpPr>
          <p:nvPr/>
        </p:nvCxnSpPr>
        <p:spPr>
          <a:xfrm flipH="1">
            <a:off x="636444" y="3421744"/>
            <a:ext cx="1060711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headEnd type="arrow"/>
            <a:tailEnd type="arrow"/>
          </a:ln>
          <a:effectLst/>
        </p:spPr>
      </p:cxnSp>
      <p:cxnSp>
        <p:nvCxnSpPr>
          <p:cNvPr id="17" name="Conector recto 166">
            <a:extLst>
              <a:ext uri="{FF2B5EF4-FFF2-40B4-BE49-F238E27FC236}">
                <a16:creationId xmlns:a16="http://schemas.microsoft.com/office/drawing/2014/main" id="{0741158C-7A27-B8C2-5379-D101AA50065D}"/>
              </a:ext>
            </a:extLst>
          </p:cNvPr>
          <p:cNvCxnSpPr>
            <a:cxnSpLocks/>
          </p:cNvCxnSpPr>
          <p:nvPr/>
        </p:nvCxnSpPr>
        <p:spPr>
          <a:xfrm flipH="1">
            <a:off x="636444" y="3893382"/>
            <a:ext cx="1060711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headEnd type="none"/>
            <a:tailEnd type="arrow"/>
          </a:ln>
          <a:effectLst/>
        </p:spPr>
      </p:cxnSp>
      <p:cxnSp>
        <p:nvCxnSpPr>
          <p:cNvPr id="18" name="Conector recto 166">
            <a:extLst>
              <a:ext uri="{FF2B5EF4-FFF2-40B4-BE49-F238E27FC236}">
                <a16:creationId xmlns:a16="http://schemas.microsoft.com/office/drawing/2014/main" id="{B256ED09-000B-FD0F-3263-9AF80572B141}"/>
              </a:ext>
            </a:extLst>
          </p:cNvPr>
          <p:cNvCxnSpPr>
            <a:cxnSpLocks/>
          </p:cNvCxnSpPr>
          <p:nvPr/>
        </p:nvCxnSpPr>
        <p:spPr>
          <a:xfrm flipH="1">
            <a:off x="636444" y="4355394"/>
            <a:ext cx="1060711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headEnd type="arrow"/>
            <a:tailEnd type="none"/>
          </a:ln>
          <a:effectLst/>
        </p:spPr>
      </p:cxnSp>
      <p:cxnSp>
        <p:nvCxnSpPr>
          <p:cNvPr id="19" name="Conector recto 166">
            <a:extLst>
              <a:ext uri="{FF2B5EF4-FFF2-40B4-BE49-F238E27FC236}">
                <a16:creationId xmlns:a16="http://schemas.microsoft.com/office/drawing/2014/main" id="{0B0B5460-0DE5-7226-8F68-CE91C8FFB672}"/>
              </a:ext>
            </a:extLst>
          </p:cNvPr>
          <p:cNvCxnSpPr>
            <a:cxnSpLocks/>
          </p:cNvCxnSpPr>
          <p:nvPr/>
        </p:nvCxnSpPr>
        <p:spPr>
          <a:xfrm flipH="1">
            <a:off x="636444" y="5144666"/>
            <a:ext cx="1060711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headEnd type="none"/>
            <a:tailEnd type="none"/>
          </a:ln>
          <a:effectLst/>
        </p:spPr>
      </p:cxnSp>
      <p:cxnSp>
        <p:nvCxnSpPr>
          <p:cNvPr id="27" name="Conector recto 166">
            <a:extLst>
              <a:ext uri="{FF2B5EF4-FFF2-40B4-BE49-F238E27FC236}">
                <a16:creationId xmlns:a16="http://schemas.microsoft.com/office/drawing/2014/main" id="{FB67CC4F-16A7-DB9F-3FE0-85AB6F3DF79F}"/>
              </a:ext>
            </a:extLst>
          </p:cNvPr>
          <p:cNvCxnSpPr>
            <a:cxnSpLocks/>
          </p:cNvCxnSpPr>
          <p:nvPr/>
        </p:nvCxnSpPr>
        <p:spPr>
          <a:xfrm flipH="1">
            <a:off x="1906991" y="5544075"/>
            <a:ext cx="1060711" cy="0"/>
          </a:xfrm>
          <a:prstGeom prst="line">
            <a:avLst/>
          </a:prstGeom>
          <a:noFill/>
          <a:ln w="19050" cap="flat" cmpd="sng" algn="ctr">
            <a:solidFill>
              <a:schemeClr val="tx2"/>
            </a:solidFill>
            <a:prstDash val="dot"/>
            <a:headEnd type="none"/>
            <a:tailEnd type="none"/>
          </a:ln>
          <a:effectLst/>
        </p:spPr>
      </p:cxnSp>
      <p:cxnSp>
        <p:nvCxnSpPr>
          <p:cNvPr id="28" name="Conector recto 166">
            <a:extLst>
              <a:ext uri="{FF2B5EF4-FFF2-40B4-BE49-F238E27FC236}">
                <a16:creationId xmlns:a16="http://schemas.microsoft.com/office/drawing/2014/main" id="{954D245B-444E-D3DE-9A39-DB834CEA12F6}"/>
              </a:ext>
            </a:extLst>
          </p:cNvPr>
          <p:cNvCxnSpPr>
            <a:cxnSpLocks/>
          </p:cNvCxnSpPr>
          <p:nvPr/>
        </p:nvCxnSpPr>
        <p:spPr>
          <a:xfrm flipH="1">
            <a:off x="634029" y="5539301"/>
            <a:ext cx="1060711" cy="0"/>
          </a:xfrm>
          <a:prstGeom prst="line">
            <a:avLst/>
          </a:prstGeom>
          <a:noFill/>
          <a:ln w="19050" cap="flat" cmpd="sng" algn="ctr">
            <a:solidFill>
              <a:schemeClr val="tx2"/>
            </a:solidFill>
            <a:prstDash val="solid"/>
            <a:headEnd type="none"/>
            <a:tailEnd type="none"/>
          </a:ln>
          <a:effectLst/>
        </p:spPr>
      </p:cxnSp>
      <p:cxnSp>
        <p:nvCxnSpPr>
          <p:cNvPr id="29" name="Conector recto 166">
            <a:extLst>
              <a:ext uri="{FF2B5EF4-FFF2-40B4-BE49-F238E27FC236}">
                <a16:creationId xmlns:a16="http://schemas.microsoft.com/office/drawing/2014/main" id="{8C02F2E4-E14C-F0BA-5984-82F3F6CBEAF5}"/>
              </a:ext>
            </a:extLst>
          </p:cNvPr>
          <p:cNvCxnSpPr>
            <a:cxnSpLocks/>
          </p:cNvCxnSpPr>
          <p:nvPr/>
        </p:nvCxnSpPr>
        <p:spPr>
          <a:xfrm flipH="1">
            <a:off x="1906991" y="5933860"/>
            <a:ext cx="1060711" cy="0"/>
          </a:xfrm>
          <a:prstGeom prst="line">
            <a:avLst/>
          </a:prstGeom>
          <a:noFill/>
          <a:ln w="38100" cap="flat" cmpd="sng" algn="ctr">
            <a:solidFill>
              <a:schemeClr val="tx2"/>
            </a:solidFill>
            <a:prstDash val="dot"/>
            <a:headEnd type="none"/>
            <a:tailEnd type="none"/>
          </a:ln>
          <a:effectLst/>
        </p:spPr>
      </p:cxnSp>
      <p:cxnSp>
        <p:nvCxnSpPr>
          <p:cNvPr id="30" name="Conector recto 166">
            <a:extLst>
              <a:ext uri="{FF2B5EF4-FFF2-40B4-BE49-F238E27FC236}">
                <a16:creationId xmlns:a16="http://schemas.microsoft.com/office/drawing/2014/main" id="{27D6534F-A197-645E-A52C-B82ABF70315F}"/>
              </a:ext>
            </a:extLst>
          </p:cNvPr>
          <p:cNvCxnSpPr>
            <a:cxnSpLocks/>
          </p:cNvCxnSpPr>
          <p:nvPr/>
        </p:nvCxnSpPr>
        <p:spPr>
          <a:xfrm flipH="1">
            <a:off x="634029" y="5929086"/>
            <a:ext cx="1060711" cy="0"/>
          </a:xfrm>
          <a:prstGeom prst="line">
            <a:avLst/>
          </a:prstGeom>
          <a:noFill/>
          <a:ln w="38100" cap="flat" cmpd="sng" algn="ctr">
            <a:solidFill>
              <a:schemeClr val="tx2"/>
            </a:solidFill>
            <a:prstDash val="solid"/>
            <a:headEnd type="none"/>
            <a:tailEnd type="none"/>
          </a:ln>
          <a:effectLst/>
        </p:spPr>
      </p:cxnSp>
      <p:cxnSp>
        <p:nvCxnSpPr>
          <p:cNvPr id="33" name="Conector recto 166">
            <a:extLst>
              <a:ext uri="{FF2B5EF4-FFF2-40B4-BE49-F238E27FC236}">
                <a16:creationId xmlns:a16="http://schemas.microsoft.com/office/drawing/2014/main" id="{F6F5C505-7C8B-EE0F-8866-9803C94B42C6}"/>
              </a:ext>
            </a:extLst>
          </p:cNvPr>
          <p:cNvCxnSpPr>
            <a:cxnSpLocks/>
          </p:cNvCxnSpPr>
          <p:nvPr/>
        </p:nvCxnSpPr>
        <p:spPr>
          <a:xfrm flipH="1">
            <a:off x="4769609" y="1780675"/>
            <a:ext cx="1060711" cy="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dot"/>
            <a:headEnd type="oval"/>
            <a:tailEnd type="oval"/>
          </a:ln>
          <a:effectLst/>
        </p:spPr>
      </p:cxnSp>
      <p:cxnSp>
        <p:nvCxnSpPr>
          <p:cNvPr id="34" name="Conector recto 166">
            <a:extLst>
              <a:ext uri="{FF2B5EF4-FFF2-40B4-BE49-F238E27FC236}">
                <a16:creationId xmlns:a16="http://schemas.microsoft.com/office/drawing/2014/main" id="{3F8D79FB-7105-3D2F-D318-AF91BECFC2D1}"/>
              </a:ext>
            </a:extLst>
          </p:cNvPr>
          <p:cNvCxnSpPr>
            <a:cxnSpLocks/>
          </p:cNvCxnSpPr>
          <p:nvPr/>
        </p:nvCxnSpPr>
        <p:spPr>
          <a:xfrm flipH="1">
            <a:off x="4769609" y="2252313"/>
            <a:ext cx="1060711" cy="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dot"/>
            <a:headEnd type="none"/>
            <a:tailEnd type="oval"/>
          </a:ln>
          <a:effectLst/>
        </p:spPr>
      </p:cxnSp>
      <p:cxnSp>
        <p:nvCxnSpPr>
          <p:cNvPr id="35" name="Conector recto 166">
            <a:extLst>
              <a:ext uri="{FF2B5EF4-FFF2-40B4-BE49-F238E27FC236}">
                <a16:creationId xmlns:a16="http://schemas.microsoft.com/office/drawing/2014/main" id="{BF4A072C-B2AC-8265-93EA-3D060BF0883E}"/>
              </a:ext>
            </a:extLst>
          </p:cNvPr>
          <p:cNvCxnSpPr>
            <a:cxnSpLocks/>
          </p:cNvCxnSpPr>
          <p:nvPr/>
        </p:nvCxnSpPr>
        <p:spPr>
          <a:xfrm flipH="1">
            <a:off x="4769609" y="2714325"/>
            <a:ext cx="1060711" cy="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dot"/>
            <a:headEnd type="oval"/>
            <a:tailEnd type="none"/>
          </a:ln>
          <a:effectLst/>
        </p:spPr>
      </p:cxnSp>
      <p:cxnSp>
        <p:nvCxnSpPr>
          <p:cNvPr id="36" name="Conector recto 166">
            <a:extLst>
              <a:ext uri="{FF2B5EF4-FFF2-40B4-BE49-F238E27FC236}">
                <a16:creationId xmlns:a16="http://schemas.microsoft.com/office/drawing/2014/main" id="{1E3FF530-0EEE-DB45-5E1E-18B28AA10270}"/>
              </a:ext>
            </a:extLst>
          </p:cNvPr>
          <p:cNvCxnSpPr>
            <a:cxnSpLocks/>
          </p:cNvCxnSpPr>
          <p:nvPr/>
        </p:nvCxnSpPr>
        <p:spPr>
          <a:xfrm flipH="1">
            <a:off x="4769609" y="3416970"/>
            <a:ext cx="1060711" cy="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dot"/>
            <a:headEnd type="arrow"/>
            <a:tailEnd type="arrow"/>
          </a:ln>
          <a:effectLst/>
        </p:spPr>
      </p:cxnSp>
      <p:cxnSp>
        <p:nvCxnSpPr>
          <p:cNvPr id="37" name="Conector recto 166">
            <a:extLst>
              <a:ext uri="{FF2B5EF4-FFF2-40B4-BE49-F238E27FC236}">
                <a16:creationId xmlns:a16="http://schemas.microsoft.com/office/drawing/2014/main" id="{6E06F3FD-90AA-6A99-4500-C0DFE074AC96}"/>
              </a:ext>
            </a:extLst>
          </p:cNvPr>
          <p:cNvCxnSpPr>
            <a:cxnSpLocks/>
          </p:cNvCxnSpPr>
          <p:nvPr/>
        </p:nvCxnSpPr>
        <p:spPr>
          <a:xfrm flipH="1">
            <a:off x="4769609" y="3888608"/>
            <a:ext cx="1060711" cy="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dot"/>
            <a:headEnd type="none"/>
            <a:tailEnd type="arrow"/>
          </a:ln>
          <a:effectLst/>
        </p:spPr>
      </p:cxnSp>
      <p:cxnSp>
        <p:nvCxnSpPr>
          <p:cNvPr id="38" name="Conector recto 166">
            <a:extLst>
              <a:ext uri="{FF2B5EF4-FFF2-40B4-BE49-F238E27FC236}">
                <a16:creationId xmlns:a16="http://schemas.microsoft.com/office/drawing/2014/main" id="{8A6C8B36-0B05-A969-AF22-957E95BDAC31}"/>
              </a:ext>
            </a:extLst>
          </p:cNvPr>
          <p:cNvCxnSpPr>
            <a:cxnSpLocks/>
          </p:cNvCxnSpPr>
          <p:nvPr/>
        </p:nvCxnSpPr>
        <p:spPr>
          <a:xfrm flipH="1">
            <a:off x="4769609" y="4350620"/>
            <a:ext cx="1060711" cy="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dot"/>
            <a:headEnd type="arrow"/>
            <a:tailEnd type="none"/>
          </a:ln>
          <a:effectLst/>
        </p:spPr>
      </p:cxnSp>
      <p:cxnSp>
        <p:nvCxnSpPr>
          <p:cNvPr id="39" name="Conector recto 166">
            <a:extLst>
              <a:ext uri="{FF2B5EF4-FFF2-40B4-BE49-F238E27FC236}">
                <a16:creationId xmlns:a16="http://schemas.microsoft.com/office/drawing/2014/main" id="{877413F1-BE32-BA56-392D-1378CA0DC3C2}"/>
              </a:ext>
            </a:extLst>
          </p:cNvPr>
          <p:cNvCxnSpPr>
            <a:cxnSpLocks/>
          </p:cNvCxnSpPr>
          <p:nvPr/>
        </p:nvCxnSpPr>
        <p:spPr>
          <a:xfrm flipH="1">
            <a:off x="4769609" y="5139892"/>
            <a:ext cx="1060711" cy="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dot"/>
            <a:headEnd type="none"/>
            <a:tailEnd type="none"/>
          </a:ln>
          <a:effectLst/>
        </p:spPr>
      </p:cxnSp>
      <p:cxnSp>
        <p:nvCxnSpPr>
          <p:cNvPr id="40" name="Conector recto 166">
            <a:extLst>
              <a:ext uri="{FF2B5EF4-FFF2-40B4-BE49-F238E27FC236}">
                <a16:creationId xmlns:a16="http://schemas.microsoft.com/office/drawing/2014/main" id="{2385E51A-9331-5183-CEC3-C94AA47D2C6B}"/>
              </a:ext>
            </a:extLst>
          </p:cNvPr>
          <p:cNvCxnSpPr>
            <a:cxnSpLocks/>
          </p:cNvCxnSpPr>
          <p:nvPr/>
        </p:nvCxnSpPr>
        <p:spPr>
          <a:xfrm flipH="1">
            <a:off x="3499062" y="1780675"/>
            <a:ext cx="1060711" cy="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headEnd type="oval"/>
            <a:tailEnd type="oval"/>
          </a:ln>
          <a:effectLst/>
        </p:spPr>
      </p:cxnSp>
      <p:cxnSp>
        <p:nvCxnSpPr>
          <p:cNvPr id="41" name="Conector recto 166">
            <a:extLst>
              <a:ext uri="{FF2B5EF4-FFF2-40B4-BE49-F238E27FC236}">
                <a16:creationId xmlns:a16="http://schemas.microsoft.com/office/drawing/2014/main" id="{E792DBEF-E9BE-EC0D-E4A4-352806C26E05}"/>
              </a:ext>
            </a:extLst>
          </p:cNvPr>
          <p:cNvCxnSpPr>
            <a:cxnSpLocks/>
          </p:cNvCxnSpPr>
          <p:nvPr/>
        </p:nvCxnSpPr>
        <p:spPr>
          <a:xfrm flipH="1">
            <a:off x="3499062" y="2252313"/>
            <a:ext cx="1060711" cy="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headEnd type="none"/>
            <a:tailEnd type="oval"/>
          </a:ln>
          <a:effectLst/>
        </p:spPr>
      </p:cxnSp>
      <p:cxnSp>
        <p:nvCxnSpPr>
          <p:cNvPr id="42" name="Conector recto 166">
            <a:extLst>
              <a:ext uri="{FF2B5EF4-FFF2-40B4-BE49-F238E27FC236}">
                <a16:creationId xmlns:a16="http://schemas.microsoft.com/office/drawing/2014/main" id="{2263E2BA-2C0A-B2FB-33CF-E790D06B461E}"/>
              </a:ext>
            </a:extLst>
          </p:cNvPr>
          <p:cNvCxnSpPr>
            <a:cxnSpLocks/>
          </p:cNvCxnSpPr>
          <p:nvPr/>
        </p:nvCxnSpPr>
        <p:spPr>
          <a:xfrm flipH="1">
            <a:off x="3499062" y="2714325"/>
            <a:ext cx="1060711" cy="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headEnd type="oval"/>
            <a:tailEnd type="none"/>
          </a:ln>
          <a:effectLst/>
        </p:spPr>
      </p:cxnSp>
      <p:cxnSp>
        <p:nvCxnSpPr>
          <p:cNvPr id="43" name="Conector recto 166">
            <a:extLst>
              <a:ext uri="{FF2B5EF4-FFF2-40B4-BE49-F238E27FC236}">
                <a16:creationId xmlns:a16="http://schemas.microsoft.com/office/drawing/2014/main" id="{AE407B44-B43E-C3C0-468A-FAB1E276C5F0}"/>
              </a:ext>
            </a:extLst>
          </p:cNvPr>
          <p:cNvCxnSpPr>
            <a:cxnSpLocks/>
          </p:cNvCxnSpPr>
          <p:nvPr/>
        </p:nvCxnSpPr>
        <p:spPr>
          <a:xfrm flipH="1">
            <a:off x="3499062" y="3416970"/>
            <a:ext cx="1060711" cy="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headEnd type="arrow"/>
            <a:tailEnd type="arrow"/>
          </a:ln>
          <a:effectLst/>
        </p:spPr>
      </p:cxnSp>
      <p:cxnSp>
        <p:nvCxnSpPr>
          <p:cNvPr id="44" name="Conector recto 166">
            <a:extLst>
              <a:ext uri="{FF2B5EF4-FFF2-40B4-BE49-F238E27FC236}">
                <a16:creationId xmlns:a16="http://schemas.microsoft.com/office/drawing/2014/main" id="{70F90791-093C-5B9E-184A-7B9DFA000AE6}"/>
              </a:ext>
            </a:extLst>
          </p:cNvPr>
          <p:cNvCxnSpPr>
            <a:cxnSpLocks/>
          </p:cNvCxnSpPr>
          <p:nvPr/>
        </p:nvCxnSpPr>
        <p:spPr>
          <a:xfrm flipH="1">
            <a:off x="3499062" y="3888608"/>
            <a:ext cx="1060711" cy="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headEnd type="none"/>
            <a:tailEnd type="arrow"/>
          </a:ln>
          <a:effectLst/>
        </p:spPr>
      </p:cxnSp>
      <p:cxnSp>
        <p:nvCxnSpPr>
          <p:cNvPr id="45" name="Conector recto 166">
            <a:extLst>
              <a:ext uri="{FF2B5EF4-FFF2-40B4-BE49-F238E27FC236}">
                <a16:creationId xmlns:a16="http://schemas.microsoft.com/office/drawing/2014/main" id="{0885009C-9A0B-DC00-8FFA-2B38EDA9D9ED}"/>
              </a:ext>
            </a:extLst>
          </p:cNvPr>
          <p:cNvCxnSpPr>
            <a:cxnSpLocks/>
          </p:cNvCxnSpPr>
          <p:nvPr/>
        </p:nvCxnSpPr>
        <p:spPr>
          <a:xfrm flipH="1">
            <a:off x="3499062" y="4350620"/>
            <a:ext cx="1060711" cy="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headEnd type="arrow"/>
            <a:tailEnd type="none"/>
          </a:ln>
          <a:effectLst/>
        </p:spPr>
      </p:cxnSp>
      <p:cxnSp>
        <p:nvCxnSpPr>
          <p:cNvPr id="46" name="Conector recto 166">
            <a:extLst>
              <a:ext uri="{FF2B5EF4-FFF2-40B4-BE49-F238E27FC236}">
                <a16:creationId xmlns:a16="http://schemas.microsoft.com/office/drawing/2014/main" id="{80369A23-D478-D23B-0A75-46913B295498}"/>
              </a:ext>
            </a:extLst>
          </p:cNvPr>
          <p:cNvCxnSpPr>
            <a:cxnSpLocks/>
          </p:cNvCxnSpPr>
          <p:nvPr/>
        </p:nvCxnSpPr>
        <p:spPr>
          <a:xfrm flipH="1">
            <a:off x="3499062" y="5139892"/>
            <a:ext cx="1060711" cy="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headEnd type="none"/>
            <a:tailEnd type="none"/>
          </a:ln>
          <a:effectLst/>
        </p:spPr>
      </p:cxnSp>
      <p:cxnSp>
        <p:nvCxnSpPr>
          <p:cNvPr id="47" name="Conector recto 166">
            <a:extLst>
              <a:ext uri="{FF2B5EF4-FFF2-40B4-BE49-F238E27FC236}">
                <a16:creationId xmlns:a16="http://schemas.microsoft.com/office/drawing/2014/main" id="{5157CC04-945C-72CC-468E-51F538A9AD1F}"/>
              </a:ext>
            </a:extLst>
          </p:cNvPr>
          <p:cNvCxnSpPr>
            <a:cxnSpLocks/>
          </p:cNvCxnSpPr>
          <p:nvPr/>
        </p:nvCxnSpPr>
        <p:spPr>
          <a:xfrm flipH="1">
            <a:off x="4769609" y="5539301"/>
            <a:ext cx="1060711" cy="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dot"/>
            <a:headEnd type="none"/>
            <a:tailEnd type="none"/>
          </a:ln>
          <a:effectLst/>
        </p:spPr>
      </p:cxnSp>
      <p:cxnSp>
        <p:nvCxnSpPr>
          <p:cNvPr id="48" name="Conector recto 166">
            <a:extLst>
              <a:ext uri="{FF2B5EF4-FFF2-40B4-BE49-F238E27FC236}">
                <a16:creationId xmlns:a16="http://schemas.microsoft.com/office/drawing/2014/main" id="{1F3F7402-D22E-3CEA-8C41-7095FB7C8CC4}"/>
              </a:ext>
            </a:extLst>
          </p:cNvPr>
          <p:cNvCxnSpPr>
            <a:cxnSpLocks/>
          </p:cNvCxnSpPr>
          <p:nvPr/>
        </p:nvCxnSpPr>
        <p:spPr>
          <a:xfrm flipH="1">
            <a:off x="3496647" y="5534527"/>
            <a:ext cx="1060711" cy="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headEnd type="none"/>
            <a:tailEnd type="none"/>
          </a:ln>
          <a:effectLst/>
        </p:spPr>
      </p:cxnSp>
      <p:cxnSp>
        <p:nvCxnSpPr>
          <p:cNvPr id="49" name="Conector recto 166">
            <a:extLst>
              <a:ext uri="{FF2B5EF4-FFF2-40B4-BE49-F238E27FC236}">
                <a16:creationId xmlns:a16="http://schemas.microsoft.com/office/drawing/2014/main" id="{AAC2AFF8-2602-C660-1C0C-8FAA7E65D281}"/>
              </a:ext>
            </a:extLst>
          </p:cNvPr>
          <p:cNvCxnSpPr>
            <a:cxnSpLocks/>
          </p:cNvCxnSpPr>
          <p:nvPr/>
        </p:nvCxnSpPr>
        <p:spPr>
          <a:xfrm flipH="1">
            <a:off x="4769609" y="5929086"/>
            <a:ext cx="1060711" cy="0"/>
          </a:xfrm>
          <a:prstGeom prst="line">
            <a:avLst/>
          </a:prstGeom>
          <a:noFill/>
          <a:ln w="38100" cap="flat" cmpd="sng" algn="ctr">
            <a:solidFill>
              <a:schemeClr val="accent1"/>
            </a:solidFill>
            <a:prstDash val="dot"/>
            <a:headEnd type="none"/>
            <a:tailEnd type="none"/>
          </a:ln>
          <a:effectLst/>
        </p:spPr>
      </p:cxnSp>
      <p:cxnSp>
        <p:nvCxnSpPr>
          <p:cNvPr id="50" name="Conector recto 166">
            <a:extLst>
              <a:ext uri="{FF2B5EF4-FFF2-40B4-BE49-F238E27FC236}">
                <a16:creationId xmlns:a16="http://schemas.microsoft.com/office/drawing/2014/main" id="{8BBC3B8C-8325-4472-859C-21F9B4AFE30D}"/>
              </a:ext>
            </a:extLst>
          </p:cNvPr>
          <p:cNvCxnSpPr>
            <a:cxnSpLocks/>
          </p:cNvCxnSpPr>
          <p:nvPr/>
        </p:nvCxnSpPr>
        <p:spPr>
          <a:xfrm flipH="1">
            <a:off x="3496647" y="5924312"/>
            <a:ext cx="1060711" cy="0"/>
          </a:xfrm>
          <a:prstGeom prst="line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headEnd type="none"/>
            <a:tailEnd type="none"/>
          </a:ln>
          <a:effectLst/>
        </p:spPr>
      </p:cxnSp>
      <p:cxnSp>
        <p:nvCxnSpPr>
          <p:cNvPr id="52" name="Conector recto 166">
            <a:extLst>
              <a:ext uri="{FF2B5EF4-FFF2-40B4-BE49-F238E27FC236}">
                <a16:creationId xmlns:a16="http://schemas.microsoft.com/office/drawing/2014/main" id="{4F463BC6-83C0-5AFD-2CAF-7B067C61F0AF}"/>
              </a:ext>
            </a:extLst>
          </p:cNvPr>
          <p:cNvCxnSpPr>
            <a:cxnSpLocks/>
          </p:cNvCxnSpPr>
          <p:nvPr/>
        </p:nvCxnSpPr>
        <p:spPr>
          <a:xfrm flipH="1">
            <a:off x="7632227" y="1785449"/>
            <a:ext cx="1060711" cy="0"/>
          </a:xfrm>
          <a:prstGeom prst="line">
            <a:avLst/>
          </a:prstGeom>
          <a:noFill/>
          <a:ln w="12700" cap="flat" cmpd="sng" algn="ctr">
            <a:solidFill>
              <a:schemeClr val="accent2"/>
            </a:solidFill>
            <a:prstDash val="dot"/>
            <a:headEnd type="oval"/>
            <a:tailEnd type="oval"/>
          </a:ln>
          <a:effectLst/>
        </p:spPr>
      </p:cxnSp>
      <p:cxnSp>
        <p:nvCxnSpPr>
          <p:cNvPr id="53" name="Conector recto 166">
            <a:extLst>
              <a:ext uri="{FF2B5EF4-FFF2-40B4-BE49-F238E27FC236}">
                <a16:creationId xmlns:a16="http://schemas.microsoft.com/office/drawing/2014/main" id="{578A9F31-91DF-4C48-FC85-C4408D2F40B0}"/>
              </a:ext>
            </a:extLst>
          </p:cNvPr>
          <p:cNvCxnSpPr>
            <a:cxnSpLocks/>
          </p:cNvCxnSpPr>
          <p:nvPr/>
        </p:nvCxnSpPr>
        <p:spPr>
          <a:xfrm flipH="1">
            <a:off x="7632227" y="2257087"/>
            <a:ext cx="1060711" cy="0"/>
          </a:xfrm>
          <a:prstGeom prst="line">
            <a:avLst/>
          </a:prstGeom>
          <a:noFill/>
          <a:ln w="12700" cap="flat" cmpd="sng" algn="ctr">
            <a:solidFill>
              <a:schemeClr val="accent2"/>
            </a:solidFill>
            <a:prstDash val="dot"/>
            <a:headEnd type="none"/>
            <a:tailEnd type="oval"/>
          </a:ln>
          <a:effectLst/>
        </p:spPr>
      </p:cxnSp>
      <p:cxnSp>
        <p:nvCxnSpPr>
          <p:cNvPr id="54" name="Conector recto 166">
            <a:extLst>
              <a:ext uri="{FF2B5EF4-FFF2-40B4-BE49-F238E27FC236}">
                <a16:creationId xmlns:a16="http://schemas.microsoft.com/office/drawing/2014/main" id="{07E7FF78-CA76-7A15-1F47-427B542103E7}"/>
              </a:ext>
            </a:extLst>
          </p:cNvPr>
          <p:cNvCxnSpPr>
            <a:cxnSpLocks/>
          </p:cNvCxnSpPr>
          <p:nvPr/>
        </p:nvCxnSpPr>
        <p:spPr>
          <a:xfrm flipH="1">
            <a:off x="7632227" y="2719099"/>
            <a:ext cx="1060711" cy="0"/>
          </a:xfrm>
          <a:prstGeom prst="line">
            <a:avLst/>
          </a:prstGeom>
          <a:noFill/>
          <a:ln w="12700" cap="flat" cmpd="sng" algn="ctr">
            <a:solidFill>
              <a:schemeClr val="accent2"/>
            </a:solidFill>
            <a:prstDash val="dot"/>
            <a:headEnd type="oval"/>
            <a:tailEnd type="none"/>
          </a:ln>
          <a:effectLst/>
        </p:spPr>
      </p:cxnSp>
      <p:cxnSp>
        <p:nvCxnSpPr>
          <p:cNvPr id="55" name="Conector recto 166">
            <a:extLst>
              <a:ext uri="{FF2B5EF4-FFF2-40B4-BE49-F238E27FC236}">
                <a16:creationId xmlns:a16="http://schemas.microsoft.com/office/drawing/2014/main" id="{220552B7-4354-F62C-C5EA-55F67EA15F12}"/>
              </a:ext>
            </a:extLst>
          </p:cNvPr>
          <p:cNvCxnSpPr>
            <a:cxnSpLocks/>
          </p:cNvCxnSpPr>
          <p:nvPr/>
        </p:nvCxnSpPr>
        <p:spPr>
          <a:xfrm flipH="1">
            <a:off x="7632227" y="3421744"/>
            <a:ext cx="1060711" cy="0"/>
          </a:xfrm>
          <a:prstGeom prst="line">
            <a:avLst/>
          </a:prstGeom>
          <a:noFill/>
          <a:ln w="12700" cap="flat" cmpd="sng" algn="ctr">
            <a:solidFill>
              <a:schemeClr val="accent2"/>
            </a:solidFill>
            <a:prstDash val="dot"/>
            <a:headEnd type="arrow"/>
            <a:tailEnd type="arrow"/>
          </a:ln>
          <a:effectLst/>
        </p:spPr>
      </p:cxnSp>
      <p:cxnSp>
        <p:nvCxnSpPr>
          <p:cNvPr id="56" name="Conector recto 166">
            <a:extLst>
              <a:ext uri="{FF2B5EF4-FFF2-40B4-BE49-F238E27FC236}">
                <a16:creationId xmlns:a16="http://schemas.microsoft.com/office/drawing/2014/main" id="{293B9DE6-43C7-44BB-D4C8-6FE0315C5C9C}"/>
              </a:ext>
            </a:extLst>
          </p:cNvPr>
          <p:cNvCxnSpPr>
            <a:cxnSpLocks/>
          </p:cNvCxnSpPr>
          <p:nvPr/>
        </p:nvCxnSpPr>
        <p:spPr>
          <a:xfrm flipH="1">
            <a:off x="7632227" y="3893382"/>
            <a:ext cx="1060711" cy="0"/>
          </a:xfrm>
          <a:prstGeom prst="line">
            <a:avLst/>
          </a:prstGeom>
          <a:noFill/>
          <a:ln w="12700" cap="flat" cmpd="sng" algn="ctr">
            <a:solidFill>
              <a:schemeClr val="accent2"/>
            </a:solidFill>
            <a:prstDash val="dot"/>
            <a:headEnd type="none"/>
            <a:tailEnd type="arrow"/>
          </a:ln>
          <a:effectLst/>
        </p:spPr>
      </p:cxnSp>
      <p:cxnSp>
        <p:nvCxnSpPr>
          <p:cNvPr id="57" name="Conector recto 166">
            <a:extLst>
              <a:ext uri="{FF2B5EF4-FFF2-40B4-BE49-F238E27FC236}">
                <a16:creationId xmlns:a16="http://schemas.microsoft.com/office/drawing/2014/main" id="{EBB79047-DDEA-F574-FF35-40AC50F3641E}"/>
              </a:ext>
            </a:extLst>
          </p:cNvPr>
          <p:cNvCxnSpPr>
            <a:cxnSpLocks/>
          </p:cNvCxnSpPr>
          <p:nvPr/>
        </p:nvCxnSpPr>
        <p:spPr>
          <a:xfrm flipH="1">
            <a:off x="7632227" y="4355394"/>
            <a:ext cx="1060711" cy="0"/>
          </a:xfrm>
          <a:prstGeom prst="line">
            <a:avLst/>
          </a:prstGeom>
          <a:noFill/>
          <a:ln w="12700" cap="flat" cmpd="sng" algn="ctr">
            <a:solidFill>
              <a:schemeClr val="accent2"/>
            </a:solidFill>
            <a:prstDash val="dot"/>
            <a:headEnd type="arrow"/>
            <a:tailEnd type="none"/>
          </a:ln>
          <a:effectLst/>
        </p:spPr>
      </p:cxnSp>
      <p:cxnSp>
        <p:nvCxnSpPr>
          <p:cNvPr id="58" name="Conector recto 166">
            <a:extLst>
              <a:ext uri="{FF2B5EF4-FFF2-40B4-BE49-F238E27FC236}">
                <a16:creationId xmlns:a16="http://schemas.microsoft.com/office/drawing/2014/main" id="{4D8F804A-6B23-86D8-7E34-2A7D23574762}"/>
              </a:ext>
            </a:extLst>
          </p:cNvPr>
          <p:cNvCxnSpPr>
            <a:cxnSpLocks/>
          </p:cNvCxnSpPr>
          <p:nvPr/>
        </p:nvCxnSpPr>
        <p:spPr>
          <a:xfrm flipH="1">
            <a:off x="7632227" y="5144666"/>
            <a:ext cx="1060711" cy="0"/>
          </a:xfrm>
          <a:prstGeom prst="line">
            <a:avLst/>
          </a:prstGeom>
          <a:noFill/>
          <a:ln w="12700" cap="flat" cmpd="sng" algn="ctr">
            <a:solidFill>
              <a:schemeClr val="accent2"/>
            </a:solidFill>
            <a:prstDash val="dot"/>
            <a:headEnd type="none"/>
            <a:tailEnd type="none"/>
          </a:ln>
          <a:effectLst/>
        </p:spPr>
      </p:cxnSp>
      <p:cxnSp>
        <p:nvCxnSpPr>
          <p:cNvPr id="59" name="Conector recto 166">
            <a:extLst>
              <a:ext uri="{FF2B5EF4-FFF2-40B4-BE49-F238E27FC236}">
                <a16:creationId xmlns:a16="http://schemas.microsoft.com/office/drawing/2014/main" id="{E983EE78-5DEE-5CA5-122C-5C20085F1F74}"/>
              </a:ext>
            </a:extLst>
          </p:cNvPr>
          <p:cNvCxnSpPr>
            <a:cxnSpLocks/>
          </p:cNvCxnSpPr>
          <p:nvPr/>
        </p:nvCxnSpPr>
        <p:spPr>
          <a:xfrm flipH="1">
            <a:off x="6361680" y="1785449"/>
            <a:ext cx="1060711" cy="0"/>
          </a:xfrm>
          <a:prstGeom prst="line">
            <a:avLst/>
          </a:prstGeom>
          <a:noFill/>
          <a:ln w="12700" cap="flat" cmpd="sng" algn="ctr">
            <a:solidFill>
              <a:schemeClr val="accent2"/>
            </a:solidFill>
            <a:prstDash val="solid"/>
            <a:headEnd type="oval"/>
            <a:tailEnd type="oval"/>
          </a:ln>
          <a:effectLst/>
        </p:spPr>
      </p:cxnSp>
      <p:cxnSp>
        <p:nvCxnSpPr>
          <p:cNvPr id="60" name="Conector recto 166">
            <a:extLst>
              <a:ext uri="{FF2B5EF4-FFF2-40B4-BE49-F238E27FC236}">
                <a16:creationId xmlns:a16="http://schemas.microsoft.com/office/drawing/2014/main" id="{83FECDC0-3D88-B20B-7773-CC80E901C861}"/>
              </a:ext>
            </a:extLst>
          </p:cNvPr>
          <p:cNvCxnSpPr>
            <a:cxnSpLocks/>
          </p:cNvCxnSpPr>
          <p:nvPr/>
        </p:nvCxnSpPr>
        <p:spPr>
          <a:xfrm flipH="1">
            <a:off x="6361680" y="2257087"/>
            <a:ext cx="1060711" cy="0"/>
          </a:xfrm>
          <a:prstGeom prst="line">
            <a:avLst/>
          </a:prstGeom>
          <a:noFill/>
          <a:ln w="12700" cap="flat" cmpd="sng" algn="ctr">
            <a:solidFill>
              <a:schemeClr val="accent2"/>
            </a:solidFill>
            <a:prstDash val="solid"/>
            <a:headEnd type="none"/>
            <a:tailEnd type="oval"/>
          </a:ln>
          <a:effectLst/>
        </p:spPr>
      </p:cxnSp>
      <p:cxnSp>
        <p:nvCxnSpPr>
          <p:cNvPr id="61" name="Conector recto 166">
            <a:extLst>
              <a:ext uri="{FF2B5EF4-FFF2-40B4-BE49-F238E27FC236}">
                <a16:creationId xmlns:a16="http://schemas.microsoft.com/office/drawing/2014/main" id="{A8FF84B3-D92E-0ACC-BEA2-E6A32AA0BF6C}"/>
              </a:ext>
            </a:extLst>
          </p:cNvPr>
          <p:cNvCxnSpPr>
            <a:cxnSpLocks/>
          </p:cNvCxnSpPr>
          <p:nvPr/>
        </p:nvCxnSpPr>
        <p:spPr>
          <a:xfrm flipH="1">
            <a:off x="6361680" y="2719099"/>
            <a:ext cx="1060711" cy="0"/>
          </a:xfrm>
          <a:prstGeom prst="line">
            <a:avLst/>
          </a:prstGeom>
          <a:noFill/>
          <a:ln w="12700" cap="flat" cmpd="sng" algn="ctr">
            <a:solidFill>
              <a:schemeClr val="accent2"/>
            </a:solidFill>
            <a:prstDash val="solid"/>
            <a:headEnd type="oval"/>
            <a:tailEnd type="none"/>
          </a:ln>
          <a:effectLst/>
        </p:spPr>
      </p:cxnSp>
      <p:cxnSp>
        <p:nvCxnSpPr>
          <p:cNvPr id="62" name="Conector recto 166">
            <a:extLst>
              <a:ext uri="{FF2B5EF4-FFF2-40B4-BE49-F238E27FC236}">
                <a16:creationId xmlns:a16="http://schemas.microsoft.com/office/drawing/2014/main" id="{8C95F9C9-E16E-16DA-982A-34D12E3D100C}"/>
              </a:ext>
            </a:extLst>
          </p:cNvPr>
          <p:cNvCxnSpPr>
            <a:cxnSpLocks/>
          </p:cNvCxnSpPr>
          <p:nvPr/>
        </p:nvCxnSpPr>
        <p:spPr>
          <a:xfrm flipH="1">
            <a:off x="6361680" y="3421744"/>
            <a:ext cx="1060711" cy="0"/>
          </a:xfrm>
          <a:prstGeom prst="line">
            <a:avLst/>
          </a:prstGeom>
          <a:noFill/>
          <a:ln w="12700" cap="flat" cmpd="sng" algn="ctr">
            <a:solidFill>
              <a:schemeClr val="accent2"/>
            </a:solidFill>
            <a:prstDash val="solid"/>
            <a:headEnd type="arrow"/>
            <a:tailEnd type="arrow"/>
          </a:ln>
          <a:effectLst/>
        </p:spPr>
      </p:cxnSp>
      <p:cxnSp>
        <p:nvCxnSpPr>
          <p:cNvPr id="63" name="Conector recto 166">
            <a:extLst>
              <a:ext uri="{FF2B5EF4-FFF2-40B4-BE49-F238E27FC236}">
                <a16:creationId xmlns:a16="http://schemas.microsoft.com/office/drawing/2014/main" id="{AC167611-137D-7800-8D8B-1E125CD63439}"/>
              </a:ext>
            </a:extLst>
          </p:cNvPr>
          <p:cNvCxnSpPr>
            <a:cxnSpLocks/>
          </p:cNvCxnSpPr>
          <p:nvPr/>
        </p:nvCxnSpPr>
        <p:spPr>
          <a:xfrm flipH="1">
            <a:off x="6361680" y="3893382"/>
            <a:ext cx="1060711" cy="0"/>
          </a:xfrm>
          <a:prstGeom prst="line">
            <a:avLst/>
          </a:prstGeom>
          <a:noFill/>
          <a:ln w="12700" cap="flat" cmpd="sng" algn="ctr">
            <a:solidFill>
              <a:schemeClr val="accent2"/>
            </a:solidFill>
            <a:prstDash val="solid"/>
            <a:headEnd type="none"/>
            <a:tailEnd type="arrow"/>
          </a:ln>
          <a:effectLst/>
        </p:spPr>
      </p:cxnSp>
      <p:cxnSp>
        <p:nvCxnSpPr>
          <p:cNvPr id="64" name="Conector recto 166">
            <a:extLst>
              <a:ext uri="{FF2B5EF4-FFF2-40B4-BE49-F238E27FC236}">
                <a16:creationId xmlns:a16="http://schemas.microsoft.com/office/drawing/2014/main" id="{2D56FD99-CB1B-95CD-8A8C-7093178E321C}"/>
              </a:ext>
            </a:extLst>
          </p:cNvPr>
          <p:cNvCxnSpPr>
            <a:cxnSpLocks/>
          </p:cNvCxnSpPr>
          <p:nvPr/>
        </p:nvCxnSpPr>
        <p:spPr>
          <a:xfrm flipH="1">
            <a:off x="6361680" y="4355394"/>
            <a:ext cx="1060711" cy="0"/>
          </a:xfrm>
          <a:prstGeom prst="line">
            <a:avLst/>
          </a:prstGeom>
          <a:noFill/>
          <a:ln w="12700" cap="flat" cmpd="sng" algn="ctr">
            <a:solidFill>
              <a:schemeClr val="accent2"/>
            </a:solidFill>
            <a:prstDash val="solid"/>
            <a:headEnd type="arrow"/>
            <a:tailEnd type="none"/>
          </a:ln>
          <a:effectLst/>
        </p:spPr>
      </p:cxnSp>
      <p:cxnSp>
        <p:nvCxnSpPr>
          <p:cNvPr id="65" name="Conector recto 166">
            <a:extLst>
              <a:ext uri="{FF2B5EF4-FFF2-40B4-BE49-F238E27FC236}">
                <a16:creationId xmlns:a16="http://schemas.microsoft.com/office/drawing/2014/main" id="{897F4895-68A2-2741-94F0-B669C463637D}"/>
              </a:ext>
            </a:extLst>
          </p:cNvPr>
          <p:cNvCxnSpPr>
            <a:cxnSpLocks/>
          </p:cNvCxnSpPr>
          <p:nvPr/>
        </p:nvCxnSpPr>
        <p:spPr>
          <a:xfrm flipH="1">
            <a:off x="6361680" y="5144666"/>
            <a:ext cx="1060711" cy="0"/>
          </a:xfrm>
          <a:prstGeom prst="line">
            <a:avLst/>
          </a:prstGeom>
          <a:noFill/>
          <a:ln w="12700" cap="flat" cmpd="sng" algn="ctr">
            <a:solidFill>
              <a:schemeClr val="accent2"/>
            </a:solidFill>
            <a:prstDash val="solid"/>
            <a:headEnd type="none"/>
            <a:tailEnd type="none"/>
          </a:ln>
          <a:effectLst/>
        </p:spPr>
      </p:cxnSp>
      <p:cxnSp>
        <p:nvCxnSpPr>
          <p:cNvPr id="66" name="Conector recto 166">
            <a:extLst>
              <a:ext uri="{FF2B5EF4-FFF2-40B4-BE49-F238E27FC236}">
                <a16:creationId xmlns:a16="http://schemas.microsoft.com/office/drawing/2014/main" id="{0030A99F-56D2-A8C1-8002-0E6A077CCD25}"/>
              </a:ext>
            </a:extLst>
          </p:cNvPr>
          <p:cNvCxnSpPr>
            <a:cxnSpLocks/>
          </p:cNvCxnSpPr>
          <p:nvPr/>
        </p:nvCxnSpPr>
        <p:spPr>
          <a:xfrm flipH="1">
            <a:off x="7632227" y="5544075"/>
            <a:ext cx="1060711" cy="0"/>
          </a:xfrm>
          <a:prstGeom prst="line">
            <a:avLst/>
          </a:prstGeom>
          <a:noFill/>
          <a:ln w="19050" cap="flat" cmpd="sng" algn="ctr">
            <a:solidFill>
              <a:schemeClr val="accent2"/>
            </a:solidFill>
            <a:prstDash val="dot"/>
            <a:headEnd type="none"/>
            <a:tailEnd type="none"/>
          </a:ln>
          <a:effectLst/>
        </p:spPr>
      </p:cxnSp>
      <p:cxnSp>
        <p:nvCxnSpPr>
          <p:cNvPr id="67" name="Conector recto 166">
            <a:extLst>
              <a:ext uri="{FF2B5EF4-FFF2-40B4-BE49-F238E27FC236}">
                <a16:creationId xmlns:a16="http://schemas.microsoft.com/office/drawing/2014/main" id="{9FE5D246-FE6D-407B-C925-1C63E57EE909}"/>
              </a:ext>
            </a:extLst>
          </p:cNvPr>
          <p:cNvCxnSpPr>
            <a:cxnSpLocks/>
          </p:cNvCxnSpPr>
          <p:nvPr/>
        </p:nvCxnSpPr>
        <p:spPr>
          <a:xfrm flipH="1">
            <a:off x="6359265" y="5539301"/>
            <a:ext cx="1060711" cy="0"/>
          </a:xfrm>
          <a:prstGeom prst="line">
            <a:avLst/>
          </a:prstGeom>
          <a:noFill/>
          <a:ln w="19050" cap="flat" cmpd="sng" algn="ctr">
            <a:solidFill>
              <a:schemeClr val="accent2"/>
            </a:solidFill>
            <a:prstDash val="solid"/>
            <a:headEnd type="none"/>
            <a:tailEnd type="none"/>
          </a:ln>
          <a:effectLst/>
        </p:spPr>
      </p:cxnSp>
      <p:cxnSp>
        <p:nvCxnSpPr>
          <p:cNvPr id="68" name="Conector recto 166">
            <a:extLst>
              <a:ext uri="{FF2B5EF4-FFF2-40B4-BE49-F238E27FC236}">
                <a16:creationId xmlns:a16="http://schemas.microsoft.com/office/drawing/2014/main" id="{B196E44F-273E-A2B3-D854-C70621203EE7}"/>
              </a:ext>
            </a:extLst>
          </p:cNvPr>
          <p:cNvCxnSpPr>
            <a:cxnSpLocks/>
          </p:cNvCxnSpPr>
          <p:nvPr/>
        </p:nvCxnSpPr>
        <p:spPr>
          <a:xfrm flipH="1">
            <a:off x="7632227" y="5933860"/>
            <a:ext cx="1060711" cy="0"/>
          </a:xfrm>
          <a:prstGeom prst="line">
            <a:avLst/>
          </a:prstGeom>
          <a:noFill/>
          <a:ln w="38100" cap="flat" cmpd="sng" algn="ctr">
            <a:solidFill>
              <a:schemeClr val="accent2"/>
            </a:solidFill>
            <a:prstDash val="dot"/>
            <a:headEnd type="none"/>
            <a:tailEnd type="none"/>
          </a:ln>
          <a:effectLst/>
        </p:spPr>
      </p:cxnSp>
      <p:cxnSp>
        <p:nvCxnSpPr>
          <p:cNvPr id="69" name="Conector recto 166">
            <a:extLst>
              <a:ext uri="{FF2B5EF4-FFF2-40B4-BE49-F238E27FC236}">
                <a16:creationId xmlns:a16="http://schemas.microsoft.com/office/drawing/2014/main" id="{8E959288-EB3C-861B-E692-55804E628303}"/>
              </a:ext>
            </a:extLst>
          </p:cNvPr>
          <p:cNvCxnSpPr>
            <a:cxnSpLocks/>
          </p:cNvCxnSpPr>
          <p:nvPr/>
        </p:nvCxnSpPr>
        <p:spPr>
          <a:xfrm flipH="1">
            <a:off x="6359265" y="5929086"/>
            <a:ext cx="1060711" cy="0"/>
          </a:xfrm>
          <a:prstGeom prst="line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headEnd type="none"/>
            <a:tailEnd type="none"/>
          </a:ln>
          <a:effectLst/>
        </p:spPr>
      </p:cxnSp>
      <p:cxnSp>
        <p:nvCxnSpPr>
          <p:cNvPr id="71" name="Conector recto 166">
            <a:extLst>
              <a:ext uri="{FF2B5EF4-FFF2-40B4-BE49-F238E27FC236}">
                <a16:creationId xmlns:a16="http://schemas.microsoft.com/office/drawing/2014/main" id="{C74EC3FA-C79D-FAF9-A4A7-3C4E78748BEA}"/>
              </a:ext>
            </a:extLst>
          </p:cNvPr>
          <p:cNvCxnSpPr>
            <a:cxnSpLocks/>
          </p:cNvCxnSpPr>
          <p:nvPr/>
        </p:nvCxnSpPr>
        <p:spPr>
          <a:xfrm flipH="1">
            <a:off x="10494845" y="1775901"/>
            <a:ext cx="1060711" cy="0"/>
          </a:xfrm>
          <a:prstGeom prst="line">
            <a:avLst/>
          </a:prstGeom>
          <a:noFill/>
          <a:ln w="12700" cap="flat" cmpd="sng" algn="ctr">
            <a:solidFill>
              <a:schemeClr val="accent3"/>
            </a:solidFill>
            <a:prstDash val="dot"/>
            <a:headEnd type="oval"/>
            <a:tailEnd type="oval"/>
          </a:ln>
          <a:effectLst/>
        </p:spPr>
      </p:cxnSp>
      <p:cxnSp>
        <p:nvCxnSpPr>
          <p:cNvPr id="72" name="Conector recto 166">
            <a:extLst>
              <a:ext uri="{FF2B5EF4-FFF2-40B4-BE49-F238E27FC236}">
                <a16:creationId xmlns:a16="http://schemas.microsoft.com/office/drawing/2014/main" id="{A445BF16-C59A-D9EE-BFB1-CACC4F6AA370}"/>
              </a:ext>
            </a:extLst>
          </p:cNvPr>
          <p:cNvCxnSpPr>
            <a:cxnSpLocks/>
          </p:cNvCxnSpPr>
          <p:nvPr/>
        </p:nvCxnSpPr>
        <p:spPr>
          <a:xfrm flipH="1">
            <a:off x="10494845" y="2247539"/>
            <a:ext cx="1060711" cy="0"/>
          </a:xfrm>
          <a:prstGeom prst="line">
            <a:avLst/>
          </a:prstGeom>
          <a:noFill/>
          <a:ln w="12700" cap="flat" cmpd="sng" algn="ctr">
            <a:solidFill>
              <a:schemeClr val="accent3"/>
            </a:solidFill>
            <a:prstDash val="dot"/>
            <a:headEnd type="none"/>
            <a:tailEnd type="oval"/>
          </a:ln>
          <a:effectLst/>
        </p:spPr>
      </p:cxnSp>
      <p:cxnSp>
        <p:nvCxnSpPr>
          <p:cNvPr id="73" name="Conector recto 166">
            <a:extLst>
              <a:ext uri="{FF2B5EF4-FFF2-40B4-BE49-F238E27FC236}">
                <a16:creationId xmlns:a16="http://schemas.microsoft.com/office/drawing/2014/main" id="{451BBDE1-4E30-61E2-E2D6-F220BC780818}"/>
              </a:ext>
            </a:extLst>
          </p:cNvPr>
          <p:cNvCxnSpPr>
            <a:cxnSpLocks/>
          </p:cNvCxnSpPr>
          <p:nvPr/>
        </p:nvCxnSpPr>
        <p:spPr>
          <a:xfrm flipH="1">
            <a:off x="10494845" y="2709551"/>
            <a:ext cx="1060711" cy="0"/>
          </a:xfrm>
          <a:prstGeom prst="line">
            <a:avLst/>
          </a:prstGeom>
          <a:noFill/>
          <a:ln w="12700" cap="flat" cmpd="sng" algn="ctr">
            <a:solidFill>
              <a:schemeClr val="accent3"/>
            </a:solidFill>
            <a:prstDash val="dot"/>
            <a:headEnd type="oval"/>
            <a:tailEnd type="none"/>
          </a:ln>
          <a:effectLst/>
        </p:spPr>
      </p:cxnSp>
      <p:cxnSp>
        <p:nvCxnSpPr>
          <p:cNvPr id="74" name="Conector recto 166">
            <a:extLst>
              <a:ext uri="{FF2B5EF4-FFF2-40B4-BE49-F238E27FC236}">
                <a16:creationId xmlns:a16="http://schemas.microsoft.com/office/drawing/2014/main" id="{F19F4B0D-E3C3-F804-EFB5-F14151706D9F}"/>
              </a:ext>
            </a:extLst>
          </p:cNvPr>
          <p:cNvCxnSpPr>
            <a:cxnSpLocks/>
          </p:cNvCxnSpPr>
          <p:nvPr/>
        </p:nvCxnSpPr>
        <p:spPr>
          <a:xfrm flipH="1">
            <a:off x="10494845" y="3412196"/>
            <a:ext cx="1060711" cy="0"/>
          </a:xfrm>
          <a:prstGeom prst="line">
            <a:avLst/>
          </a:prstGeom>
          <a:noFill/>
          <a:ln w="12700" cap="flat" cmpd="sng" algn="ctr">
            <a:solidFill>
              <a:schemeClr val="accent3"/>
            </a:solidFill>
            <a:prstDash val="dot"/>
            <a:headEnd type="arrow"/>
            <a:tailEnd type="arrow"/>
          </a:ln>
          <a:effectLst/>
        </p:spPr>
      </p:cxnSp>
      <p:cxnSp>
        <p:nvCxnSpPr>
          <p:cNvPr id="75" name="Conector recto 166">
            <a:extLst>
              <a:ext uri="{FF2B5EF4-FFF2-40B4-BE49-F238E27FC236}">
                <a16:creationId xmlns:a16="http://schemas.microsoft.com/office/drawing/2014/main" id="{D74DDF8B-C0C7-9BDE-8541-07B6EE8182CF}"/>
              </a:ext>
            </a:extLst>
          </p:cNvPr>
          <p:cNvCxnSpPr>
            <a:cxnSpLocks/>
          </p:cNvCxnSpPr>
          <p:nvPr/>
        </p:nvCxnSpPr>
        <p:spPr>
          <a:xfrm flipH="1">
            <a:off x="10494845" y="3883834"/>
            <a:ext cx="1060711" cy="0"/>
          </a:xfrm>
          <a:prstGeom prst="line">
            <a:avLst/>
          </a:prstGeom>
          <a:noFill/>
          <a:ln w="12700" cap="flat" cmpd="sng" algn="ctr">
            <a:solidFill>
              <a:schemeClr val="accent3"/>
            </a:solidFill>
            <a:prstDash val="dot"/>
            <a:headEnd type="none"/>
            <a:tailEnd type="arrow"/>
          </a:ln>
          <a:effectLst/>
        </p:spPr>
      </p:cxnSp>
      <p:cxnSp>
        <p:nvCxnSpPr>
          <p:cNvPr id="76" name="Conector recto 166">
            <a:extLst>
              <a:ext uri="{FF2B5EF4-FFF2-40B4-BE49-F238E27FC236}">
                <a16:creationId xmlns:a16="http://schemas.microsoft.com/office/drawing/2014/main" id="{3D031F80-A59E-2E38-BC1B-3D3EC1B00F85}"/>
              </a:ext>
            </a:extLst>
          </p:cNvPr>
          <p:cNvCxnSpPr>
            <a:cxnSpLocks/>
          </p:cNvCxnSpPr>
          <p:nvPr/>
        </p:nvCxnSpPr>
        <p:spPr>
          <a:xfrm flipH="1">
            <a:off x="10494845" y="4345846"/>
            <a:ext cx="1060711" cy="0"/>
          </a:xfrm>
          <a:prstGeom prst="line">
            <a:avLst/>
          </a:prstGeom>
          <a:noFill/>
          <a:ln w="12700" cap="flat" cmpd="sng" algn="ctr">
            <a:solidFill>
              <a:schemeClr val="accent3"/>
            </a:solidFill>
            <a:prstDash val="dot"/>
            <a:headEnd type="arrow"/>
            <a:tailEnd type="none"/>
          </a:ln>
          <a:effectLst/>
        </p:spPr>
      </p:cxnSp>
      <p:cxnSp>
        <p:nvCxnSpPr>
          <p:cNvPr id="77" name="Conector recto 166">
            <a:extLst>
              <a:ext uri="{FF2B5EF4-FFF2-40B4-BE49-F238E27FC236}">
                <a16:creationId xmlns:a16="http://schemas.microsoft.com/office/drawing/2014/main" id="{89B9343D-827F-148D-5D78-E4252D24D33D}"/>
              </a:ext>
            </a:extLst>
          </p:cNvPr>
          <p:cNvCxnSpPr>
            <a:cxnSpLocks/>
          </p:cNvCxnSpPr>
          <p:nvPr/>
        </p:nvCxnSpPr>
        <p:spPr>
          <a:xfrm flipH="1">
            <a:off x="10494845" y="5135118"/>
            <a:ext cx="1060711" cy="0"/>
          </a:xfrm>
          <a:prstGeom prst="line">
            <a:avLst/>
          </a:prstGeom>
          <a:noFill/>
          <a:ln w="12700" cap="flat" cmpd="sng" algn="ctr">
            <a:solidFill>
              <a:schemeClr val="accent3"/>
            </a:solidFill>
            <a:prstDash val="dot"/>
            <a:headEnd type="none"/>
            <a:tailEnd type="none"/>
          </a:ln>
          <a:effectLst/>
        </p:spPr>
      </p:cxnSp>
      <p:cxnSp>
        <p:nvCxnSpPr>
          <p:cNvPr id="78" name="Conector recto 166">
            <a:extLst>
              <a:ext uri="{FF2B5EF4-FFF2-40B4-BE49-F238E27FC236}">
                <a16:creationId xmlns:a16="http://schemas.microsoft.com/office/drawing/2014/main" id="{EA37F925-0CC4-BF98-69FE-ED0A98C0147D}"/>
              </a:ext>
            </a:extLst>
          </p:cNvPr>
          <p:cNvCxnSpPr>
            <a:cxnSpLocks/>
          </p:cNvCxnSpPr>
          <p:nvPr/>
        </p:nvCxnSpPr>
        <p:spPr>
          <a:xfrm flipH="1">
            <a:off x="9224298" y="1775901"/>
            <a:ext cx="1060711" cy="0"/>
          </a:xfrm>
          <a:prstGeom prst="line">
            <a:avLst/>
          </a:prstGeom>
          <a:noFill/>
          <a:ln w="12700" cap="flat" cmpd="sng" algn="ctr">
            <a:solidFill>
              <a:schemeClr val="accent3"/>
            </a:solidFill>
            <a:prstDash val="solid"/>
            <a:headEnd type="oval"/>
            <a:tailEnd type="oval"/>
          </a:ln>
          <a:effectLst/>
        </p:spPr>
      </p:cxnSp>
      <p:cxnSp>
        <p:nvCxnSpPr>
          <p:cNvPr id="79" name="Conector recto 166">
            <a:extLst>
              <a:ext uri="{FF2B5EF4-FFF2-40B4-BE49-F238E27FC236}">
                <a16:creationId xmlns:a16="http://schemas.microsoft.com/office/drawing/2014/main" id="{19B48703-867C-ED91-0A7E-E06BFC583ABD}"/>
              </a:ext>
            </a:extLst>
          </p:cNvPr>
          <p:cNvCxnSpPr>
            <a:cxnSpLocks/>
          </p:cNvCxnSpPr>
          <p:nvPr/>
        </p:nvCxnSpPr>
        <p:spPr>
          <a:xfrm flipH="1">
            <a:off x="9224298" y="2247539"/>
            <a:ext cx="1060711" cy="0"/>
          </a:xfrm>
          <a:prstGeom prst="line">
            <a:avLst/>
          </a:prstGeom>
          <a:noFill/>
          <a:ln w="12700" cap="flat" cmpd="sng" algn="ctr">
            <a:solidFill>
              <a:schemeClr val="accent3"/>
            </a:solidFill>
            <a:prstDash val="solid"/>
            <a:headEnd type="none"/>
            <a:tailEnd type="oval"/>
          </a:ln>
          <a:effectLst/>
        </p:spPr>
      </p:cxnSp>
      <p:cxnSp>
        <p:nvCxnSpPr>
          <p:cNvPr id="80" name="Conector recto 166">
            <a:extLst>
              <a:ext uri="{FF2B5EF4-FFF2-40B4-BE49-F238E27FC236}">
                <a16:creationId xmlns:a16="http://schemas.microsoft.com/office/drawing/2014/main" id="{9FF01CD6-6D4A-4B35-DC3C-92F5166818EC}"/>
              </a:ext>
            </a:extLst>
          </p:cNvPr>
          <p:cNvCxnSpPr>
            <a:cxnSpLocks/>
          </p:cNvCxnSpPr>
          <p:nvPr/>
        </p:nvCxnSpPr>
        <p:spPr>
          <a:xfrm flipH="1">
            <a:off x="9224298" y="2709551"/>
            <a:ext cx="1060711" cy="0"/>
          </a:xfrm>
          <a:prstGeom prst="line">
            <a:avLst/>
          </a:prstGeom>
          <a:noFill/>
          <a:ln w="12700" cap="flat" cmpd="sng" algn="ctr">
            <a:solidFill>
              <a:schemeClr val="accent3"/>
            </a:solidFill>
            <a:prstDash val="solid"/>
            <a:headEnd type="oval"/>
            <a:tailEnd type="none"/>
          </a:ln>
          <a:effectLst/>
        </p:spPr>
      </p:cxnSp>
      <p:cxnSp>
        <p:nvCxnSpPr>
          <p:cNvPr id="81" name="Conector recto 166">
            <a:extLst>
              <a:ext uri="{FF2B5EF4-FFF2-40B4-BE49-F238E27FC236}">
                <a16:creationId xmlns:a16="http://schemas.microsoft.com/office/drawing/2014/main" id="{94019C42-B285-D068-535A-2988A215B4E9}"/>
              </a:ext>
            </a:extLst>
          </p:cNvPr>
          <p:cNvCxnSpPr>
            <a:cxnSpLocks/>
          </p:cNvCxnSpPr>
          <p:nvPr/>
        </p:nvCxnSpPr>
        <p:spPr>
          <a:xfrm flipH="1">
            <a:off x="9224298" y="3412196"/>
            <a:ext cx="1060711" cy="0"/>
          </a:xfrm>
          <a:prstGeom prst="line">
            <a:avLst/>
          </a:prstGeom>
          <a:noFill/>
          <a:ln w="12700" cap="flat" cmpd="sng" algn="ctr">
            <a:solidFill>
              <a:schemeClr val="accent3"/>
            </a:solidFill>
            <a:prstDash val="solid"/>
            <a:headEnd type="arrow"/>
            <a:tailEnd type="arrow"/>
          </a:ln>
          <a:effectLst/>
        </p:spPr>
      </p:cxnSp>
      <p:cxnSp>
        <p:nvCxnSpPr>
          <p:cNvPr id="82" name="Conector recto 166">
            <a:extLst>
              <a:ext uri="{FF2B5EF4-FFF2-40B4-BE49-F238E27FC236}">
                <a16:creationId xmlns:a16="http://schemas.microsoft.com/office/drawing/2014/main" id="{1D02602D-D955-AF88-B811-FFA7637F617B}"/>
              </a:ext>
            </a:extLst>
          </p:cNvPr>
          <p:cNvCxnSpPr>
            <a:cxnSpLocks/>
          </p:cNvCxnSpPr>
          <p:nvPr/>
        </p:nvCxnSpPr>
        <p:spPr>
          <a:xfrm flipH="1">
            <a:off x="9224298" y="3883834"/>
            <a:ext cx="1060711" cy="0"/>
          </a:xfrm>
          <a:prstGeom prst="line">
            <a:avLst/>
          </a:prstGeom>
          <a:noFill/>
          <a:ln w="12700" cap="flat" cmpd="sng" algn="ctr">
            <a:solidFill>
              <a:schemeClr val="accent3"/>
            </a:solidFill>
            <a:prstDash val="solid"/>
            <a:headEnd type="none"/>
            <a:tailEnd type="arrow"/>
          </a:ln>
          <a:effectLst/>
        </p:spPr>
      </p:cxnSp>
      <p:cxnSp>
        <p:nvCxnSpPr>
          <p:cNvPr id="83" name="Conector recto 166">
            <a:extLst>
              <a:ext uri="{FF2B5EF4-FFF2-40B4-BE49-F238E27FC236}">
                <a16:creationId xmlns:a16="http://schemas.microsoft.com/office/drawing/2014/main" id="{25858C42-F7AB-4FAB-F6CB-A24DD95CB396}"/>
              </a:ext>
            </a:extLst>
          </p:cNvPr>
          <p:cNvCxnSpPr>
            <a:cxnSpLocks/>
          </p:cNvCxnSpPr>
          <p:nvPr/>
        </p:nvCxnSpPr>
        <p:spPr>
          <a:xfrm flipH="1">
            <a:off x="9224298" y="4345846"/>
            <a:ext cx="1060711" cy="0"/>
          </a:xfrm>
          <a:prstGeom prst="line">
            <a:avLst/>
          </a:prstGeom>
          <a:noFill/>
          <a:ln w="12700" cap="flat" cmpd="sng" algn="ctr">
            <a:solidFill>
              <a:schemeClr val="accent3"/>
            </a:solidFill>
            <a:prstDash val="solid"/>
            <a:headEnd type="arrow"/>
            <a:tailEnd type="none"/>
          </a:ln>
          <a:effectLst/>
        </p:spPr>
      </p:cxnSp>
      <p:cxnSp>
        <p:nvCxnSpPr>
          <p:cNvPr id="84" name="Conector recto 166">
            <a:extLst>
              <a:ext uri="{FF2B5EF4-FFF2-40B4-BE49-F238E27FC236}">
                <a16:creationId xmlns:a16="http://schemas.microsoft.com/office/drawing/2014/main" id="{A42CF4BC-1D47-B9A1-FAE3-EDF169D44832}"/>
              </a:ext>
            </a:extLst>
          </p:cNvPr>
          <p:cNvCxnSpPr>
            <a:cxnSpLocks/>
          </p:cNvCxnSpPr>
          <p:nvPr/>
        </p:nvCxnSpPr>
        <p:spPr>
          <a:xfrm flipH="1">
            <a:off x="9224298" y="5135118"/>
            <a:ext cx="1060711" cy="0"/>
          </a:xfrm>
          <a:prstGeom prst="line">
            <a:avLst/>
          </a:prstGeom>
          <a:noFill/>
          <a:ln w="12700" cap="flat" cmpd="sng" algn="ctr">
            <a:solidFill>
              <a:schemeClr val="accent3"/>
            </a:solidFill>
            <a:prstDash val="solid"/>
            <a:headEnd type="none"/>
            <a:tailEnd type="none"/>
          </a:ln>
          <a:effectLst/>
        </p:spPr>
      </p:cxnSp>
      <p:cxnSp>
        <p:nvCxnSpPr>
          <p:cNvPr id="85" name="Conector recto 166">
            <a:extLst>
              <a:ext uri="{FF2B5EF4-FFF2-40B4-BE49-F238E27FC236}">
                <a16:creationId xmlns:a16="http://schemas.microsoft.com/office/drawing/2014/main" id="{2B9C63FB-9967-3C03-D5AF-E7EADB29B4A7}"/>
              </a:ext>
            </a:extLst>
          </p:cNvPr>
          <p:cNvCxnSpPr>
            <a:cxnSpLocks/>
          </p:cNvCxnSpPr>
          <p:nvPr/>
        </p:nvCxnSpPr>
        <p:spPr>
          <a:xfrm flipH="1">
            <a:off x="10494845" y="5534527"/>
            <a:ext cx="1060711" cy="0"/>
          </a:xfrm>
          <a:prstGeom prst="line">
            <a:avLst/>
          </a:prstGeom>
          <a:noFill/>
          <a:ln w="19050" cap="flat" cmpd="sng" algn="ctr">
            <a:solidFill>
              <a:schemeClr val="accent3"/>
            </a:solidFill>
            <a:prstDash val="dot"/>
            <a:headEnd type="none"/>
            <a:tailEnd type="none"/>
          </a:ln>
          <a:effectLst/>
        </p:spPr>
      </p:cxnSp>
      <p:cxnSp>
        <p:nvCxnSpPr>
          <p:cNvPr id="86" name="Conector recto 166">
            <a:extLst>
              <a:ext uri="{FF2B5EF4-FFF2-40B4-BE49-F238E27FC236}">
                <a16:creationId xmlns:a16="http://schemas.microsoft.com/office/drawing/2014/main" id="{F2B47658-C0B9-3D4C-7184-8FAA20D23C75}"/>
              </a:ext>
            </a:extLst>
          </p:cNvPr>
          <p:cNvCxnSpPr>
            <a:cxnSpLocks/>
          </p:cNvCxnSpPr>
          <p:nvPr/>
        </p:nvCxnSpPr>
        <p:spPr>
          <a:xfrm flipH="1">
            <a:off x="9221883" y="5529753"/>
            <a:ext cx="1060711" cy="0"/>
          </a:xfrm>
          <a:prstGeom prst="line">
            <a:avLst/>
          </a:prstGeom>
          <a:noFill/>
          <a:ln w="19050" cap="flat" cmpd="sng" algn="ctr">
            <a:solidFill>
              <a:schemeClr val="accent3"/>
            </a:solidFill>
            <a:prstDash val="solid"/>
            <a:headEnd type="none"/>
            <a:tailEnd type="none"/>
          </a:ln>
          <a:effectLst/>
        </p:spPr>
      </p:cxnSp>
      <p:cxnSp>
        <p:nvCxnSpPr>
          <p:cNvPr id="87" name="Conector recto 166">
            <a:extLst>
              <a:ext uri="{FF2B5EF4-FFF2-40B4-BE49-F238E27FC236}">
                <a16:creationId xmlns:a16="http://schemas.microsoft.com/office/drawing/2014/main" id="{F1B0DD36-49D1-8AD5-3CC5-34C3036B51C7}"/>
              </a:ext>
            </a:extLst>
          </p:cNvPr>
          <p:cNvCxnSpPr>
            <a:cxnSpLocks/>
          </p:cNvCxnSpPr>
          <p:nvPr/>
        </p:nvCxnSpPr>
        <p:spPr>
          <a:xfrm flipH="1">
            <a:off x="10494845" y="5924312"/>
            <a:ext cx="1060711" cy="0"/>
          </a:xfrm>
          <a:prstGeom prst="line">
            <a:avLst/>
          </a:prstGeom>
          <a:noFill/>
          <a:ln w="38100" cap="flat" cmpd="sng" algn="ctr">
            <a:solidFill>
              <a:schemeClr val="accent3"/>
            </a:solidFill>
            <a:prstDash val="dot"/>
            <a:headEnd type="none"/>
            <a:tailEnd type="none"/>
          </a:ln>
          <a:effectLst/>
        </p:spPr>
      </p:cxnSp>
      <p:cxnSp>
        <p:nvCxnSpPr>
          <p:cNvPr id="88" name="Conector recto 166">
            <a:extLst>
              <a:ext uri="{FF2B5EF4-FFF2-40B4-BE49-F238E27FC236}">
                <a16:creationId xmlns:a16="http://schemas.microsoft.com/office/drawing/2014/main" id="{291CD2A0-CB0F-1DA9-07FF-480FC11E87FD}"/>
              </a:ext>
            </a:extLst>
          </p:cNvPr>
          <p:cNvCxnSpPr>
            <a:cxnSpLocks/>
          </p:cNvCxnSpPr>
          <p:nvPr/>
        </p:nvCxnSpPr>
        <p:spPr>
          <a:xfrm flipH="1">
            <a:off x="9221883" y="5919538"/>
            <a:ext cx="1060711" cy="0"/>
          </a:xfrm>
          <a:prstGeom prst="line">
            <a:avLst/>
          </a:prstGeom>
          <a:noFill/>
          <a:ln w="38100" cap="flat" cmpd="sng" algn="ctr">
            <a:solidFill>
              <a:schemeClr val="accent3"/>
            </a:solidFill>
            <a:prstDash val="solid"/>
            <a:headEnd type="none"/>
            <a:tailEnd type="none"/>
          </a:ln>
          <a:effectLst/>
        </p:spPr>
      </p:cxnSp>
    </p:spTree>
    <p:extLst>
      <p:ext uri="{BB962C8B-B14F-4D97-AF65-F5344CB8AC3E}">
        <p14:creationId xmlns:p14="http://schemas.microsoft.com/office/powerpoint/2010/main" val="2035087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1">
            <a:extLst>
              <a:ext uri="{FF2B5EF4-FFF2-40B4-BE49-F238E27FC236}">
                <a16:creationId xmlns:a16="http://schemas.microsoft.com/office/drawing/2014/main" id="{983CC6E1-A57B-940B-77EB-37AEE0011951}"/>
              </a:ext>
            </a:extLst>
          </p:cNvPr>
          <p:cNvSpPr txBox="1">
            <a:spLocks/>
          </p:cNvSpPr>
          <p:nvPr/>
        </p:nvSpPr>
        <p:spPr>
          <a:xfrm>
            <a:off x="396055" y="392998"/>
            <a:ext cx="4467774" cy="478559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_tradnl" sz="4000" b="1">
                <a:solidFill>
                  <a:schemeClr val="tx2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Recursos      mano alzada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D91918F-20CD-FE0B-4FDA-60F28E5C4E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2775" y="1972162"/>
            <a:ext cx="203200" cy="2032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780C5598-275A-F98C-D2AC-78F694D5D8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775" y="2447838"/>
            <a:ext cx="203200" cy="19050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AC92182A-4DAF-D060-337F-4E48AFD465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55006" y="1972162"/>
            <a:ext cx="190500" cy="21590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4F2623B9-F332-4B75-E57A-AAF981494D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67706" y="2479149"/>
            <a:ext cx="177800" cy="165100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5BCDB844-C635-96B0-5E4F-E2539527B7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6055" y="5231529"/>
            <a:ext cx="3698350" cy="457200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B573AE61-1AB5-EA08-A489-267F233D9B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6767" y="3288667"/>
            <a:ext cx="3458739" cy="149958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9FC95CBE-D9B2-B10C-6868-DD4465181D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2775" y="3840731"/>
            <a:ext cx="3136900" cy="711200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54CF8B59-DD69-E6B6-F104-4E516F33C4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500750" y="1972162"/>
            <a:ext cx="203200" cy="203200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7C463913-D31A-D2D9-C549-14B2DC0B5B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00750" y="2447838"/>
            <a:ext cx="203200" cy="190500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4CE3A495-E92C-C927-6855-6CA2F4E321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52981" y="1972162"/>
            <a:ext cx="190500" cy="215900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959CAA5E-F68C-49F2-379D-E57970ECCB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765681" y="2479149"/>
            <a:ext cx="177800" cy="165100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1271436D-51F5-D0CF-3566-E312CEEDAB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294030" y="5231529"/>
            <a:ext cx="3698350" cy="457200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99A507F3-7F15-932C-3D5F-7E8A54E840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484742" y="3288667"/>
            <a:ext cx="3458739" cy="149958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24CBEA09-88B9-22D6-D9EC-0D47FE1195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500750" y="3840731"/>
            <a:ext cx="3136900" cy="711200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506AE564-C462-3D0E-F4FD-C570A41F30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398726" y="1972162"/>
            <a:ext cx="203200" cy="203200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73584BE0-7706-0914-06ED-CF726272E0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398726" y="2447838"/>
            <a:ext cx="203200" cy="190500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84878B93-772F-711A-6987-B9AE2FA014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650957" y="1972162"/>
            <a:ext cx="190500" cy="215900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589181B1-A441-5D71-5152-43603FDDCE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1663657" y="2479149"/>
            <a:ext cx="177800" cy="165100"/>
          </a:xfrm>
          <a:prstGeom prst="rect">
            <a:avLst/>
          </a:prstGeom>
        </p:spPr>
      </p:pic>
      <p:pic>
        <p:nvPicPr>
          <p:cNvPr id="53" name="Graphic 52">
            <a:extLst>
              <a:ext uri="{FF2B5EF4-FFF2-40B4-BE49-F238E27FC236}">
                <a16:creationId xmlns:a16="http://schemas.microsoft.com/office/drawing/2014/main" id="{EC901FAA-EB5B-3205-7F0D-43A5BECDE6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192006" y="5231529"/>
            <a:ext cx="3698350" cy="457200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D8B8D7A5-52FE-A7B1-FDC8-9452C253D9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382718" y="3288667"/>
            <a:ext cx="3458739" cy="149958"/>
          </a:xfrm>
          <a:prstGeom prst="rect">
            <a:avLst/>
          </a:prstGeom>
        </p:spPr>
      </p:pic>
      <p:pic>
        <p:nvPicPr>
          <p:cNvPr id="55" name="Graphic 54">
            <a:extLst>
              <a:ext uri="{FF2B5EF4-FFF2-40B4-BE49-F238E27FC236}">
                <a16:creationId xmlns:a16="http://schemas.microsoft.com/office/drawing/2014/main" id="{BC5D2E7E-9094-5D26-9ABE-A83967147F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398726" y="3840731"/>
            <a:ext cx="31369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435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1">
            <a:extLst>
              <a:ext uri="{FF2B5EF4-FFF2-40B4-BE49-F238E27FC236}">
                <a16:creationId xmlns:a16="http://schemas.microsoft.com/office/drawing/2014/main" id="{983CC6E1-A57B-940B-77EB-37AEE0011951}"/>
              </a:ext>
            </a:extLst>
          </p:cNvPr>
          <p:cNvSpPr txBox="1">
            <a:spLocks/>
          </p:cNvSpPr>
          <p:nvPr/>
        </p:nvSpPr>
        <p:spPr>
          <a:xfrm>
            <a:off x="396055" y="392998"/>
            <a:ext cx="4467774" cy="608029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_tradnl" sz="4000" b="1">
                <a:solidFill>
                  <a:schemeClr val="tx2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Banderas</a:t>
            </a:r>
          </a:p>
        </p:txBody>
      </p:sp>
      <p:pic>
        <p:nvPicPr>
          <p:cNvPr id="3" name="Picture 2" descr="A circle with a flag&#10;&#10;Description automatically generated">
            <a:extLst>
              <a:ext uri="{FF2B5EF4-FFF2-40B4-BE49-F238E27FC236}">
                <a16:creationId xmlns:a16="http://schemas.microsoft.com/office/drawing/2014/main" id="{059273EA-7222-A918-9099-54892F031F2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5252" y="2993404"/>
            <a:ext cx="749300" cy="800100"/>
          </a:xfrm>
          <a:prstGeom prst="rect">
            <a:avLst/>
          </a:prstGeom>
        </p:spPr>
      </p:pic>
      <p:pic>
        <p:nvPicPr>
          <p:cNvPr id="7" name="Picture 6" descr="A red and white circle with a white stripe&#10;&#10;Description automatically generated">
            <a:extLst>
              <a:ext uri="{FF2B5EF4-FFF2-40B4-BE49-F238E27FC236}">
                <a16:creationId xmlns:a16="http://schemas.microsoft.com/office/drawing/2014/main" id="{8C7D4221-518C-464B-E238-F9638901DDE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10871" y="2991123"/>
            <a:ext cx="762000" cy="825500"/>
          </a:xfrm>
          <a:prstGeom prst="rect">
            <a:avLst/>
          </a:prstGeom>
        </p:spPr>
      </p:pic>
      <p:pic>
        <p:nvPicPr>
          <p:cNvPr id="10" name="Picture 9" descr="A red white and blue flag with a star&#10;&#10;Description automatically generated">
            <a:extLst>
              <a:ext uri="{FF2B5EF4-FFF2-40B4-BE49-F238E27FC236}">
                <a16:creationId xmlns:a16="http://schemas.microsoft.com/office/drawing/2014/main" id="{DDCAA730-F6B0-CBDE-26B7-3F37B9988A41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29190" y="3056904"/>
            <a:ext cx="736600" cy="736600"/>
          </a:xfrm>
          <a:prstGeom prst="rect">
            <a:avLst/>
          </a:prstGeom>
        </p:spPr>
      </p:pic>
      <p:pic>
        <p:nvPicPr>
          <p:cNvPr id="12" name="Picture 11" descr="A yellow blue and red circle with a white border&#10;&#10;Description automatically generated">
            <a:extLst>
              <a:ext uri="{FF2B5EF4-FFF2-40B4-BE49-F238E27FC236}">
                <a16:creationId xmlns:a16="http://schemas.microsoft.com/office/drawing/2014/main" id="{1509FA59-D32B-C9FC-B231-D9CCE5DF49AC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22109" y="3060700"/>
            <a:ext cx="736600" cy="736600"/>
          </a:xfrm>
          <a:prstGeom prst="rect">
            <a:avLst/>
          </a:prstGeom>
        </p:spPr>
      </p:pic>
      <p:pic>
        <p:nvPicPr>
          <p:cNvPr id="14" name="Picture 13" descr="A blue and white circle with a yellow sun in the center&#10;&#10;Description automatically generated">
            <a:extLst>
              <a:ext uri="{FF2B5EF4-FFF2-40B4-BE49-F238E27FC236}">
                <a16:creationId xmlns:a16="http://schemas.microsoft.com/office/drawing/2014/main" id="{5A6F7C29-8F5D-DBA7-63EA-A90E01ABB7B5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76611" y="4019648"/>
            <a:ext cx="736600" cy="736600"/>
          </a:xfrm>
          <a:prstGeom prst="rect">
            <a:avLst/>
          </a:prstGeom>
        </p:spPr>
      </p:pic>
      <p:pic>
        <p:nvPicPr>
          <p:cNvPr id="16" name="Picture 15" descr="A green and yellow flag with a blue circle&#10;&#10;Description automatically generated">
            <a:extLst>
              <a:ext uri="{FF2B5EF4-FFF2-40B4-BE49-F238E27FC236}">
                <a16:creationId xmlns:a16="http://schemas.microsoft.com/office/drawing/2014/main" id="{98F7C35A-A3FB-1C9E-A1DC-A403A6EF4930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95411" y="4019648"/>
            <a:ext cx="736600" cy="736600"/>
          </a:xfrm>
          <a:prstGeom prst="rect">
            <a:avLst/>
          </a:prstGeom>
        </p:spPr>
      </p:pic>
      <p:pic>
        <p:nvPicPr>
          <p:cNvPr id="18" name="Picture 17" descr="A blue and white circle with a yellow sun&#10;&#10;Description automatically generated">
            <a:extLst>
              <a:ext uri="{FF2B5EF4-FFF2-40B4-BE49-F238E27FC236}">
                <a16:creationId xmlns:a16="http://schemas.microsoft.com/office/drawing/2014/main" id="{289C6C4D-8975-EE20-BED2-34F5CD77E8BF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29563" y="3997835"/>
            <a:ext cx="736600" cy="736600"/>
          </a:xfrm>
          <a:prstGeom prst="rect">
            <a:avLst/>
          </a:prstGeom>
        </p:spPr>
      </p:pic>
      <p:pic>
        <p:nvPicPr>
          <p:cNvPr id="20" name="Picture 19" descr="A red white and green flag&#10;&#10;Description automatically generated">
            <a:extLst>
              <a:ext uri="{FF2B5EF4-FFF2-40B4-BE49-F238E27FC236}">
                <a16:creationId xmlns:a16="http://schemas.microsoft.com/office/drawing/2014/main" id="{CCA57A26-226E-EC19-3707-77CA709562A1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10871" y="2028379"/>
            <a:ext cx="749300" cy="736600"/>
          </a:xfrm>
          <a:prstGeom prst="rect">
            <a:avLst/>
          </a:prstGeom>
        </p:spPr>
      </p:pic>
      <p:pic>
        <p:nvPicPr>
          <p:cNvPr id="22" name="Picture 21" descr="A red circle with a yellow star&#10;&#10;Description automatically generated">
            <a:extLst>
              <a:ext uri="{FF2B5EF4-FFF2-40B4-BE49-F238E27FC236}">
                <a16:creationId xmlns:a16="http://schemas.microsoft.com/office/drawing/2014/main" id="{A6E04634-F8AF-3410-6806-F41717B8AB9C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22840" y="2028379"/>
            <a:ext cx="736600" cy="736600"/>
          </a:xfrm>
          <a:prstGeom prst="rect">
            <a:avLst/>
          </a:prstGeom>
        </p:spPr>
      </p:pic>
      <p:pic>
        <p:nvPicPr>
          <p:cNvPr id="4" name="Picture 3" descr="A blue and white flag with a yellow sun&#10;&#10;Description automatically generated">
            <a:extLst>
              <a:ext uri="{FF2B5EF4-FFF2-40B4-BE49-F238E27FC236}">
                <a16:creationId xmlns:a16="http://schemas.microsoft.com/office/drawing/2014/main" id="{627E9169-B05B-1DB8-6292-E69524AE428C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88052" y="4019648"/>
            <a:ext cx="736600" cy="736600"/>
          </a:xfrm>
          <a:prstGeom prst="rect">
            <a:avLst/>
          </a:prstGeom>
        </p:spPr>
      </p:pic>
      <p:pic>
        <p:nvPicPr>
          <p:cNvPr id="9" name="Picture 8" descr="A red white and blue flag with a white star&#10;&#10;Description automatically generated">
            <a:extLst>
              <a:ext uri="{FF2B5EF4-FFF2-40B4-BE49-F238E27FC236}">
                <a16:creationId xmlns:a16="http://schemas.microsoft.com/office/drawing/2014/main" id="{D2C74C7C-E4FF-208E-785D-F03A48EB3306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7604" y="3025154"/>
            <a:ext cx="736600" cy="736600"/>
          </a:xfrm>
          <a:prstGeom prst="rect">
            <a:avLst/>
          </a:prstGeom>
        </p:spPr>
      </p:pic>
      <p:pic>
        <p:nvPicPr>
          <p:cNvPr id="13" name="Picture 12" descr="A blue and white flag with a yellow sun&#10;&#10;Description automatically generated">
            <a:extLst>
              <a:ext uri="{FF2B5EF4-FFF2-40B4-BE49-F238E27FC236}">
                <a16:creationId xmlns:a16="http://schemas.microsoft.com/office/drawing/2014/main" id="{9519F8AB-90E8-6C2D-09A2-B09AA453D05D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42014" y="3997835"/>
            <a:ext cx="736600" cy="736600"/>
          </a:xfrm>
          <a:prstGeom prst="rect">
            <a:avLst/>
          </a:prstGeom>
        </p:spPr>
      </p:pic>
      <p:pic>
        <p:nvPicPr>
          <p:cNvPr id="17" name="Picture 16" descr="A red and white flag&#10;&#10;Description automatically generated">
            <a:extLst>
              <a:ext uri="{FF2B5EF4-FFF2-40B4-BE49-F238E27FC236}">
                <a16:creationId xmlns:a16="http://schemas.microsoft.com/office/drawing/2014/main" id="{DF78C08C-7A1C-4808-6F84-D8560B9961A5}"/>
              </a:ext>
            </a:extLst>
          </p:cNvPr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51726" y="3013529"/>
            <a:ext cx="736600" cy="736600"/>
          </a:xfrm>
          <a:prstGeom prst="rect">
            <a:avLst/>
          </a:prstGeom>
        </p:spPr>
      </p:pic>
      <p:pic>
        <p:nvPicPr>
          <p:cNvPr id="21" name="Picture 20" descr="A flag with a red white and green stripe&#10;&#10;Description automatically generated">
            <a:extLst>
              <a:ext uri="{FF2B5EF4-FFF2-40B4-BE49-F238E27FC236}">
                <a16:creationId xmlns:a16="http://schemas.microsoft.com/office/drawing/2014/main" id="{99A689B2-671D-E9CD-EB90-28D08991D127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59406" y="3013529"/>
            <a:ext cx="736600" cy="736600"/>
          </a:xfrm>
          <a:prstGeom prst="rect">
            <a:avLst/>
          </a:prstGeom>
        </p:spPr>
      </p:pic>
      <p:pic>
        <p:nvPicPr>
          <p:cNvPr id="25" name="Picture 24" descr="A flag with a blue circle and a yellow diamond&#10;&#10;Description automatically generated">
            <a:extLst>
              <a:ext uri="{FF2B5EF4-FFF2-40B4-BE49-F238E27FC236}">
                <a16:creationId xmlns:a16="http://schemas.microsoft.com/office/drawing/2014/main" id="{A6A92F22-E251-61B4-7E7A-F5281E636801}"/>
              </a:ext>
            </a:extLst>
          </p:cNvPr>
          <p:cNvPicPr>
            <a:picLocks noChangeAspect="1"/>
          </p:cNvPicPr>
          <p:nvPr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21883" y="4019648"/>
            <a:ext cx="736600" cy="736600"/>
          </a:xfrm>
          <a:prstGeom prst="rect">
            <a:avLst/>
          </a:prstGeom>
        </p:spPr>
      </p:pic>
      <p:pic>
        <p:nvPicPr>
          <p:cNvPr id="27" name="Picture 26" descr="A red blue and yellow flag&#10;&#10;Description automatically generated">
            <a:extLst>
              <a:ext uri="{FF2B5EF4-FFF2-40B4-BE49-F238E27FC236}">
                <a16:creationId xmlns:a16="http://schemas.microsoft.com/office/drawing/2014/main" id="{D9C49038-FFF1-D51F-A179-61930101B0E9}"/>
              </a:ext>
            </a:extLst>
          </p:cNvPr>
          <p:cNvPicPr>
            <a:picLocks noChangeAspect="1"/>
          </p:cNvPicPr>
          <p:nvPr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63482" y="3016250"/>
            <a:ext cx="736600" cy="736600"/>
          </a:xfrm>
          <a:prstGeom prst="rect">
            <a:avLst/>
          </a:prstGeom>
        </p:spPr>
      </p:pic>
      <p:pic>
        <p:nvPicPr>
          <p:cNvPr id="29" name="Picture 28" descr="A flag with a yellow star&#10;&#10;Description automatically generated">
            <a:extLst>
              <a:ext uri="{FF2B5EF4-FFF2-40B4-BE49-F238E27FC236}">
                <a16:creationId xmlns:a16="http://schemas.microsoft.com/office/drawing/2014/main" id="{D9123424-94B3-8587-A51E-919D878460B0}"/>
              </a:ext>
            </a:extLst>
          </p:cNvPr>
          <p:cNvPicPr>
            <a:picLocks noChangeAspect="1"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58483" y="2028379"/>
            <a:ext cx="736600" cy="736600"/>
          </a:xfrm>
          <a:prstGeom prst="rect">
            <a:avLst/>
          </a:prstGeom>
        </p:spPr>
      </p:pic>
      <p:pic>
        <p:nvPicPr>
          <p:cNvPr id="31" name="Picture 30" descr="A flag of the country&#10;&#10;Description automatically generated with medium confidence">
            <a:extLst>
              <a:ext uri="{FF2B5EF4-FFF2-40B4-BE49-F238E27FC236}">
                <a16:creationId xmlns:a16="http://schemas.microsoft.com/office/drawing/2014/main" id="{F334CECF-5F78-8043-03F0-C022C213218A}"/>
              </a:ext>
            </a:extLst>
          </p:cNvPr>
          <p:cNvPicPr>
            <a:picLocks noChangeAspect="1"/>
          </p:cNvPicPr>
          <p:nvPr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33836" y="2028379"/>
            <a:ext cx="736600" cy="73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2346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</Words>
  <Application>Microsoft Office PowerPoint</Application>
  <PresentationFormat>Panorámica</PresentationFormat>
  <Paragraphs>6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Open Sans</vt:lpstr>
      <vt:lpstr>Open Sans Extrabold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Jair Nicolas Granados Pinilla</dc:creator>
  <cp:lastModifiedBy>Jair Nicolas Granados Pinilla</cp:lastModifiedBy>
  <cp:revision>1</cp:revision>
  <dcterms:created xsi:type="dcterms:W3CDTF">2026-04-22T00:33:33Z</dcterms:created>
  <dcterms:modified xsi:type="dcterms:W3CDTF">2026-04-22T00:34:53Z</dcterms:modified>
</cp:coreProperties>
</file>